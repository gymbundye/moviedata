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7" r:id="rId4"/>
  </p:sldMasterIdLst>
  <p:notesMasterIdLst>
    <p:notesMasterId r:id="rId28"/>
  </p:notesMasterIdLst>
  <p:handoutMasterIdLst>
    <p:handoutMasterId r:id="rId29"/>
  </p:handoutMasterIdLst>
  <p:sldIdLst>
    <p:sldId id="300" r:id="rId5"/>
    <p:sldId id="308" r:id="rId6"/>
    <p:sldId id="309" r:id="rId7"/>
    <p:sldId id="311" r:id="rId8"/>
    <p:sldId id="310" r:id="rId9"/>
    <p:sldId id="314" r:id="rId10"/>
    <p:sldId id="320" r:id="rId11"/>
    <p:sldId id="318" r:id="rId12"/>
    <p:sldId id="321" r:id="rId13"/>
    <p:sldId id="322" r:id="rId14"/>
    <p:sldId id="325" r:id="rId15"/>
    <p:sldId id="323" r:id="rId16"/>
    <p:sldId id="324" r:id="rId17"/>
    <p:sldId id="327" r:id="rId18"/>
    <p:sldId id="326" r:id="rId19"/>
    <p:sldId id="328" r:id="rId20"/>
    <p:sldId id="329" r:id="rId21"/>
    <p:sldId id="330" r:id="rId22"/>
    <p:sldId id="331" r:id="rId23"/>
    <p:sldId id="332" r:id="rId24"/>
    <p:sldId id="333" r:id="rId25"/>
    <p:sldId id="334" r:id="rId26"/>
    <p:sldId id="319"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44DD41-816B-4217-95F8-39DCAA9030C8}" v="39" dt="2024-07-23T03:02:27.659"/>
  </p1510:revLst>
</p1510:revInfo>
</file>

<file path=ppt/tableStyles.xml><?xml version="1.0" encoding="utf-8"?>
<a:tblStyleLst xmlns:a="http://schemas.openxmlformats.org/drawingml/2006/main" def="{16D9F66E-5EB9-4882-86FB-DCBF35E3C3E4}">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26" autoAdjust="0"/>
    <p:restoredTop sz="94672"/>
  </p:normalViewPr>
  <p:slideViewPr>
    <p:cSldViewPr snapToGrid="0">
      <p:cViewPr varScale="1">
        <p:scale>
          <a:sx n="59" d="100"/>
          <a:sy n="59" d="100"/>
        </p:scale>
        <p:origin x="112" y="28"/>
      </p:cViewPr>
      <p:guideLst/>
    </p:cSldViewPr>
  </p:slideViewPr>
  <p:notesTextViewPr>
    <p:cViewPr>
      <p:scale>
        <a:sx n="1" d="1"/>
        <a:sy n="1" d="1"/>
      </p:scale>
      <p:origin x="0" y="0"/>
    </p:cViewPr>
  </p:notesTextViewPr>
  <p:notesViewPr>
    <p:cSldViewPr snapToGrid="0">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35" Type="http://schemas.microsoft.com/office/2015/10/relationships/revisionInfo" Target="revisionInfo.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6C669D0-F8F9-909F-F36A-221EAC74246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361AC27-49A0-3B4C-5F49-D6641499EF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CB2F45D-55D9-47BA-9640-E7EB1024F606}" type="datetimeFigureOut">
              <a:rPr lang="en-US" smtClean="0"/>
              <a:t>7/22/2024</a:t>
            </a:fld>
            <a:endParaRPr lang="en-US" dirty="0"/>
          </a:p>
        </p:txBody>
      </p:sp>
      <p:sp>
        <p:nvSpPr>
          <p:cNvPr id="4" name="Footer Placeholder 3">
            <a:extLst>
              <a:ext uri="{FF2B5EF4-FFF2-40B4-BE49-F238E27FC236}">
                <a16:creationId xmlns:a16="http://schemas.microsoft.com/office/drawing/2014/main" id="{A77AD1BD-C6AD-D1DF-596E-659165024C3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1BA659A-33FC-973A-2DD5-89A959CA8CD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4A2DCA-E9F6-4345-9316-BF42F09A2C30}" type="slidenum">
              <a:rPr lang="en-US" smtClean="0"/>
              <a:t>‹#›</a:t>
            </a:fld>
            <a:endParaRPr lang="en-US" dirty="0"/>
          </a:p>
        </p:txBody>
      </p:sp>
    </p:spTree>
    <p:extLst>
      <p:ext uri="{BB962C8B-B14F-4D97-AF65-F5344CB8AC3E}">
        <p14:creationId xmlns:p14="http://schemas.microsoft.com/office/powerpoint/2010/main" val="35456691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99C6F8-5F98-E04A-B725-72D1A5FE8444}" type="datetimeFigureOut">
              <a:rPr lang="en-US" smtClean="0"/>
              <a:t>7/22/2024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A9608-B288-5444-9C81-49B56A597B1B}" type="slidenum">
              <a:rPr lang="en-US" smtClean="0"/>
              <a:t>‹#›</a:t>
            </a:fld>
            <a:endParaRPr lang="en-US" dirty="0"/>
          </a:p>
        </p:txBody>
      </p:sp>
    </p:spTree>
    <p:extLst>
      <p:ext uri="{BB962C8B-B14F-4D97-AF65-F5344CB8AC3E}">
        <p14:creationId xmlns:p14="http://schemas.microsoft.com/office/powerpoint/2010/main" val="2661778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94A09A9-5501-47C1-A89A-A340965A2BE2}"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466284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917350968"/>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94A09A9-5501-47C1-A89A-A340965A2BE2}"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810667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978626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159846155"/>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546606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13714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21581327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94A09A9-5501-47C1-A89A-A340965A2BE2}"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6026698"/>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00427056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94A09A9-5501-47C1-A89A-A340965A2BE2}" type="slidenum">
              <a:rPr lang="en-US" smtClean="0"/>
              <a:pPr/>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395810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5" name="Freeform 5">
            <a:extLst>
              <a:ext uri="{FF2B5EF4-FFF2-40B4-BE49-F238E27FC236}">
                <a16:creationId xmlns:a16="http://schemas.microsoft.com/office/drawing/2014/main" id="{2161BAA5-48F7-7727-F9D9-CE83907FFBA7}"/>
              </a:ext>
              <a:ext uri="{C183D7F6-B498-43B3-948B-1728B52AA6E4}">
                <adec:decorative xmlns:adec="http://schemas.microsoft.com/office/drawing/2017/decorative" val="1"/>
              </a:ext>
            </a:extLst>
          </p:cNvPr>
          <p:cNvSpPr/>
          <p:nvPr userDrawn="1"/>
        </p:nvSpPr>
        <p:spPr>
          <a:xfrm>
            <a:off x="0" y="0"/>
            <a:ext cx="12192000" cy="6858000"/>
          </a:xfrm>
          <a:custGeom>
            <a:avLst/>
            <a:gdLst>
              <a:gd name="connsiteX0" fmla="*/ 0 w 12192000"/>
              <a:gd name="connsiteY0" fmla="*/ 0 h 6858000"/>
              <a:gd name="connsiteX1" fmla="*/ 918140 w 12192000"/>
              <a:gd name="connsiteY1" fmla="*/ 0 h 6858000"/>
              <a:gd name="connsiteX2" fmla="*/ 918140 w 12192000"/>
              <a:gd name="connsiteY2" fmla="*/ 1010539 h 6858000"/>
              <a:gd name="connsiteX3" fmla="*/ 1195741 w 12192000"/>
              <a:gd name="connsiteY3" fmla="*/ 1288140 h 6858000"/>
              <a:gd name="connsiteX4" fmla="*/ 6043842 w 12192000"/>
              <a:gd name="connsiteY4" fmla="*/ 1288140 h 6858000"/>
              <a:gd name="connsiteX5" fmla="*/ 6321443 w 12192000"/>
              <a:gd name="connsiteY5" fmla="*/ 1010539 h 6858000"/>
              <a:gd name="connsiteX6" fmla="*/ 6321443 w 12192000"/>
              <a:gd name="connsiteY6" fmla="*/ 0 h 6858000"/>
              <a:gd name="connsiteX7" fmla="*/ 12192000 w 12192000"/>
              <a:gd name="connsiteY7" fmla="*/ 0 h 6858000"/>
              <a:gd name="connsiteX8" fmla="*/ 12192000 w 12192000"/>
              <a:gd name="connsiteY8" fmla="*/ 6858000 h 6858000"/>
              <a:gd name="connsiteX9" fmla="*/ 6283982 w 12192000"/>
              <a:gd name="connsiteY9" fmla="*/ 6858000 h 6858000"/>
              <a:gd name="connsiteX10" fmla="*/ 6283982 w 12192000"/>
              <a:gd name="connsiteY10" fmla="*/ 6429590 h 6858000"/>
              <a:gd name="connsiteX11" fmla="*/ 6058926 w 12192000"/>
              <a:gd name="connsiteY11" fmla="*/ 6204534 h 6858000"/>
              <a:gd name="connsiteX12" fmla="*/ 1105735 w 12192000"/>
              <a:gd name="connsiteY12" fmla="*/ 6204534 h 6858000"/>
              <a:gd name="connsiteX13" fmla="*/ 880679 w 12192000"/>
              <a:gd name="connsiteY13" fmla="*/ 6429590 h 6858000"/>
              <a:gd name="connsiteX14" fmla="*/ 880679 w 12192000"/>
              <a:gd name="connsiteY14" fmla="*/ 6858000 h 6858000"/>
              <a:gd name="connsiteX15" fmla="*/ 0 w 12192000"/>
              <a:gd name="connsiteY15" fmla="*/ 6858000 h 6858000"/>
              <a:gd name="connsiteX16" fmla="*/ 0 w 12192000"/>
              <a:gd name="connsiteY16" fmla="*/ 0 h 6858000"/>
              <a:gd name="connsiteX17" fmla="*/ 1138655 w 12192000"/>
              <a:gd name="connsiteY17" fmla="*/ 1746908 h 6858000"/>
              <a:gd name="connsiteX18" fmla="*/ 913599 w 12192000"/>
              <a:gd name="connsiteY18" fmla="*/ 1971964 h 6858000"/>
              <a:gd name="connsiteX19" fmla="*/ 913599 w 12192000"/>
              <a:gd name="connsiteY19" fmla="*/ 5520711 h 6858000"/>
              <a:gd name="connsiteX20" fmla="*/ 1138655 w 12192000"/>
              <a:gd name="connsiteY20" fmla="*/ 5745767 h 6858000"/>
              <a:gd name="connsiteX21" fmla="*/ 6091846 w 12192000"/>
              <a:gd name="connsiteY21" fmla="*/ 5745767 h 6858000"/>
              <a:gd name="connsiteX22" fmla="*/ 6316902 w 12192000"/>
              <a:gd name="connsiteY22" fmla="*/ 5520711 h 6858000"/>
              <a:gd name="connsiteX23" fmla="*/ 6316902 w 12192000"/>
              <a:gd name="connsiteY23" fmla="*/ 1971964 h 6858000"/>
              <a:gd name="connsiteX24" fmla="*/ 6091846 w 12192000"/>
              <a:gd name="connsiteY24" fmla="*/ 1746908 h 6858000"/>
              <a:gd name="connsiteX25" fmla="*/ 1138655 w 12192000"/>
              <a:gd name="connsiteY25" fmla="*/ 17469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192000" h="6858000">
                <a:moveTo>
                  <a:pt x="0" y="0"/>
                </a:moveTo>
                <a:lnTo>
                  <a:pt x="918140" y="0"/>
                </a:lnTo>
                <a:lnTo>
                  <a:pt x="918140" y="1010539"/>
                </a:lnTo>
                <a:cubicBezTo>
                  <a:pt x="918140" y="1163854"/>
                  <a:pt x="1042426" y="1288140"/>
                  <a:pt x="1195741" y="1288140"/>
                </a:cubicBezTo>
                <a:lnTo>
                  <a:pt x="6043842" y="1288140"/>
                </a:lnTo>
                <a:cubicBezTo>
                  <a:pt x="6197157" y="1288140"/>
                  <a:pt x="6321443" y="1163854"/>
                  <a:pt x="6321443" y="1010539"/>
                </a:cubicBezTo>
                <a:lnTo>
                  <a:pt x="6321443" y="0"/>
                </a:lnTo>
                <a:lnTo>
                  <a:pt x="12192000" y="0"/>
                </a:lnTo>
                <a:lnTo>
                  <a:pt x="12192000" y="6858000"/>
                </a:lnTo>
                <a:lnTo>
                  <a:pt x="6283982" y="6858000"/>
                </a:lnTo>
                <a:lnTo>
                  <a:pt x="6283982" y="6429590"/>
                </a:lnTo>
                <a:cubicBezTo>
                  <a:pt x="6283982" y="6305295"/>
                  <a:pt x="6183221" y="6204534"/>
                  <a:pt x="6058926" y="6204534"/>
                </a:cubicBezTo>
                <a:lnTo>
                  <a:pt x="1105735" y="6204534"/>
                </a:lnTo>
                <a:cubicBezTo>
                  <a:pt x="981440" y="6204534"/>
                  <a:pt x="880679" y="6305295"/>
                  <a:pt x="880679" y="6429590"/>
                </a:cubicBezTo>
                <a:lnTo>
                  <a:pt x="880679" y="6858000"/>
                </a:lnTo>
                <a:lnTo>
                  <a:pt x="0" y="6858000"/>
                </a:lnTo>
                <a:lnTo>
                  <a:pt x="0" y="0"/>
                </a:lnTo>
                <a:close/>
                <a:moveTo>
                  <a:pt x="1138655" y="1746908"/>
                </a:moveTo>
                <a:cubicBezTo>
                  <a:pt x="1014360" y="1746908"/>
                  <a:pt x="913599" y="1847669"/>
                  <a:pt x="913599" y="1971964"/>
                </a:cubicBezTo>
                <a:lnTo>
                  <a:pt x="913599" y="5520711"/>
                </a:lnTo>
                <a:cubicBezTo>
                  <a:pt x="913599" y="5645006"/>
                  <a:pt x="1014360" y="5745767"/>
                  <a:pt x="1138655" y="5745767"/>
                </a:cubicBezTo>
                <a:lnTo>
                  <a:pt x="6091846" y="5745767"/>
                </a:lnTo>
                <a:cubicBezTo>
                  <a:pt x="6216141" y="5745767"/>
                  <a:pt x="6316902" y="5645006"/>
                  <a:pt x="6316902" y="5520711"/>
                </a:cubicBezTo>
                <a:lnTo>
                  <a:pt x="6316902" y="1971964"/>
                </a:lnTo>
                <a:cubicBezTo>
                  <a:pt x="6316902" y="1847669"/>
                  <a:pt x="6216141" y="1746908"/>
                  <a:pt x="6091846" y="1746908"/>
                </a:cubicBezTo>
                <a:lnTo>
                  <a:pt x="1138655" y="17469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Rectangle 5">
            <a:extLst>
              <a:ext uri="{FF2B5EF4-FFF2-40B4-BE49-F238E27FC236}">
                <a16:creationId xmlns:a16="http://schemas.microsoft.com/office/drawing/2014/main" id="{1064ED4F-0011-0734-A8CE-F357C9B3CB59}"/>
              </a:ext>
              <a:ext uri="{C183D7F6-B498-43B3-948B-1728B52AA6E4}">
                <adec:decorative xmlns:adec="http://schemas.microsoft.com/office/drawing/2017/decorative" val="1"/>
              </a:ext>
            </a:extLst>
          </p:cNvPr>
          <p:cNvSpPr/>
          <p:nvPr userDrawn="1"/>
        </p:nvSpPr>
        <p:spPr>
          <a:xfrm>
            <a:off x="9823776" y="0"/>
            <a:ext cx="1671551"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EAC40BC2-4799-E79D-1CFD-4A82C90A1DA8}"/>
              </a:ext>
              <a:ext uri="{C183D7F6-B498-43B3-948B-1728B52AA6E4}">
                <adec:decorative xmlns:adec="http://schemas.microsoft.com/office/drawing/2017/decorative" val="1"/>
              </a:ext>
            </a:extLst>
          </p:cNvPr>
          <p:cNvSpPr/>
          <p:nvPr userDrawn="1"/>
        </p:nvSpPr>
        <p:spPr>
          <a:xfrm>
            <a:off x="11196936" y="0"/>
            <a:ext cx="45720" cy="6858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D7662E9-6C4B-1DCF-4FA0-9D0E52069DAB}"/>
              </a:ext>
              <a:ext uri="{C183D7F6-B498-43B3-948B-1728B52AA6E4}">
                <adec:decorative xmlns:adec="http://schemas.microsoft.com/office/drawing/2017/decorative"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7025232" y="463974"/>
            <a:ext cx="4217424" cy="3709195"/>
          </a:xfrm>
        </p:spPr>
        <p:txBody>
          <a:bodyPr anchor="b">
            <a:normAutofit/>
          </a:bodyPr>
          <a:lstStyle>
            <a:lvl1pPr algn="l">
              <a:defRPr sz="4800" b="1" spc="-150" baseline="0"/>
            </a:lvl1pPr>
          </a:lstStyle>
          <a:p>
            <a:r>
              <a:rPr lang="en-US" dirty="0"/>
              <a:t>Click to add title</a:t>
            </a:r>
          </a:p>
        </p:txBody>
      </p:sp>
      <p:sp>
        <p:nvSpPr>
          <p:cNvPr id="11" name="Picture Placeholder 10">
            <a:extLst>
              <a:ext uri="{FF2B5EF4-FFF2-40B4-BE49-F238E27FC236}">
                <a16:creationId xmlns:a16="http://schemas.microsoft.com/office/drawing/2014/main" id="{7E2C7390-A781-021E-CEDA-D9040304381E}"/>
              </a:ext>
            </a:extLst>
          </p:cNvPr>
          <p:cNvSpPr>
            <a:spLocks noGrp="1"/>
          </p:cNvSpPr>
          <p:nvPr>
            <p:ph type="pic" sz="quarter" idx="10" hasCustomPrompt="1"/>
          </p:nvPr>
        </p:nvSpPr>
        <p:spPr>
          <a:xfrm>
            <a:off x="920158" y="1741488"/>
            <a:ext cx="5394960" cy="3997325"/>
          </a:xfrm>
          <a:prstGeom prst="roundRect">
            <a:avLst>
              <a:gd name="adj" fmla="val 5229"/>
            </a:avLst>
          </a:prstGeom>
        </p:spPr>
        <p:txBody>
          <a:bodyPr/>
          <a:lstStyle>
            <a:lvl1pPr marL="0" indent="0" algn="ctr">
              <a:buNone/>
              <a:defRPr/>
            </a:lvl1pPr>
          </a:lstStyle>
          <a:p>
            <a:r>
              <a:rPr lang="en-US" dirty="0"/>
              <a:t>Click icon to add picture </a:t>
            </a:r>
          </a:p>
        </p:txBody>
      </p:sp>
    </p:spTree>
    <p:extLst>
      <p:ext uri="{BB962C8B-B14F-4D97-AF65-F5344CB8AC3E}">
        <p14:creationId xmlns:p14="http://schemas.microsoft.com/office/powerpoint/2010/main" val="16287855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4" name="Freeform 8">
            <a:extLst>
              <a:ext uri="{FF2B5EF4-FFF2-40B4-BE49-F238E27FC236}">
                <a16:creationId xmlns:a16="http://schemas.microsoft.com/office/drawing/2014/main" id="{F31C49C2-4E92-6564-1A68-190EFACC56DC}"/>
              </a:ext>
              <a:ext uri="{C183D7F6-B498-43B3-948B-1728B52AA6E4}">
                <adec:decorative xmlns:adec="http://schemas.microsoft.com/office/drawing/2017/decorative" val="1"/>
              </a:ext>
            </a:extLst>
          </p:cNvPr>
          <p:cNvSpPr/>
          <p:nvPr userDrawn="1"/>
        </p:nvSpPr>
        <p:spPr>
          <a:xfrm flipH="1">
            <a:off x="0" y="0"/>
            <a:ext cx="12192000" cy="6858000"/>
          </a:xfrm>
          <a:custGeom>
            <a:avLst/>
            <a:gdLst>
              <a:gd name="connsiteX0" fmla="*/ 0 w 12192000"/>
              <a:gd name="connsiteY0" fmla="*/ 0 h 6858000"/>
              <a:gd name="connsiteX1" fmla="*/ 918140 w 12192000"/>
              <a:gd name="connsiteY1" fmla="*/ 0 h 6858000"/>
              <a:gd name="connsiteX2" fmla="*/ 918140 w 12192000"/>
              <a:gd name="connsiteY2" fmla="*/ 1010539 h 6858000"/>
              <a:gd name="connsiteX3" fmla="*/ 1195741 w 12192000"/>
              <a:gd name="connsiteY3" fmla="*/ 1288140 h 6858000"/>
              <a:gd name="connsiteX4" fmla="*/ 6043842 w 12192000"/>
              <a:gd name="connsiteY4" fmla="*/ 1288140 h 6858000"/>
              <a:gd name="connsiteX5" fmla="*/ 6321443 w 12192000"/>
              <a:gd name="connsiteY5" fmla="*/ 1010539 h 6858000"/>
              <a:gd name="connsiteX6" fmla="*/ 6321443 w 12192000"/>
              <a:gd name="connsiteY6" fmla="*/ 0 h 6858000"/>
              <a:gd name="connsiteX7" fmla="*/ 12192000 w 12192000"/>
              <a:gd name="connsiteY7" fmla="*/ 0 h 6858000"/>
              <a:gd name="connsiteX8" fmla="*/ 12192000 w 12192000"/>
              <a:gd name="connsiteY8" fmla="*/ 6858000 h 6858000"/>
              <a:gd name="connsiteX9" fmla="*/ 6283982 w 12192000"/>
              <a:gd name="connsiteY9" fmla="*/ 6858000 h 6858000"/>
              <a:gd name="connsiteX10" fmla="*/ 6283982 w 12192000"/>
              <a:gd name="connsiteY10" fmla="*/ 6429590 h 6858000"/>
              <a:gd name="connsiteX11" fmla="*/ 6058926 w 12192000"/>
              <a:gd name="connsiteY11" fmla="*/ 6204534 h 6858000"/>
              <a:gd name="connsiteX12" fmla="*/ 1105735 w 12192000"/>
              <a:gd name="connsiteY12" fmla="*/ 6204534 h 6858000"/>
              <a:gd name="connsiteX13" fmla="*/ 880679 w 12192000"/>
              <a:gd name="connsiteY13" fmla="*/ 6429590 h 6858000"/>
              <a:gd name="connsiteX14" fmla="*/ 880679 w 12192000"/>
              <a:gd name="connsiteY14" fmla="*/ 6858000 h 6858000"/>
              <a:gd name="connsiteX15" fmla="*/ 0 w 12192000"/>
              <a:gd name="connsiteY15" fmla="*/ 6858000 h 6858000"/>
              <a:gd name="connsiteX16" fmla="*/ 0 w 12192000"/>
              <a:gd name="connsiteY16" fmla="*/ 0 h 6858000"/>
              <a:gd name="connsiteX17" fmla="*/ 1138655 w 12192000"/>
              <a:gd name="connsiteY17" fmla="*/ 1746908 h 6858000"/>
              <a:gd name="connsiteX18" fmla="*/ 913599 w 12192000"/>
              <a:gd name="connsiteY18" fmla="*/ 1971964 h 6858000"/>
              <a:gd name="connsiteX19" fmla="*/ 913599 w 12192000"/>
              <a:gd name="connsiteY19" fmla="*/ 5520711 h 6858000"/>
              <a:gd name="connsiteX20" fmla="*/ 1138655 w 12192000"/>
              <a:gd name="connsiteY20" fmla="*/ 5745767 h 6858000"/>
              <a:gd name="connsiteX21" fmla="*/ 6091846 w 12192000"/>
              <a:gd name="connsiteY21" fmla="*/ 5745767 h 6858000"/>
              <a:gd name="connsiteX22" fmla="*/ 6316902 w 12192000"/>
              <a:gd name="connsiteY22" fmla="*/ 5520711 h 6858000"/>
              <a:gd name="connsiteX23" fmla="*/ 6316902 w 12192000"/>
              <a:gd name="connsiteY23" fmla="*/ 1971964 h 6858000"/>
              <a:gd name="connsiteX24" fmla="*/ 6091846 w 12192000"/>
              <a:gd name="connsiteY24" fmla="*/ 1746908 h 6858000"/>
              <a:gd name="connsiteX25" fmla="*/ 1138655 w 12192000"/>
              <a:gd name="connsiteY25" fmla="*/ 17469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192000" h="6858000">
                <a:moveTo>
                  <a:pt x="0" y="0"/>
                </a:moveTo>
                <a:lnTo>
                  <a:pt x="918140" y="0"/>
                </a:lnTo>
                <a:lnTo>
                  <a:pt x="918140" y="1010539"/>
                </a:lnTo>
                <a:cubicBezTo>
                  <a:pt x="918140" y="1163854"/>
                  <a:pt x="1042426" y="1288140"/>
                  <a:pt x="1195741" y="1288140"/>
                </a:cubicBezTo>
                <a:lnTo>
                  <a:pt x="6043842" y="1288140"/>
                </a:lnTo>
                <a:cubicBezTo>
                  <a:pt x="6197157" y="1288140"/>
                  <a:pt x="6321443" y="1163854"/>
                  <a:pt x="6321443" y="1010539"/>
                </a:cubicBezTo>
                <a:lnTo>
                  <a:pt x="6321443" y="0"/>
                </a:lnTo>
                <a:lnTo>
                  <a:pt x="12192000" y="0"/>
                </a:lnTo>
                <a:lnTo>
                  <a:pt x="12192000" y="6858000"/>
                </a:lnTo>
                <a:lnTo>
                  <a:pt x="6283982" y="6858000"/>
                </a:lnTo>
                <a:lnTo>
                  <a:pt x="6283982" y="6429590"/>
                </a:lnTo>
                <a:cubicBezTo>
                  <a:pt x="6283982" y="6305295"/>
                  <a:pt x="6183221" y="6204534"/>
                  <a:pt x="6058926" y="6204534"/>
                </a:cubicBezTo>
                <a:lnTo>
                  <a:pt x="1105735" y="6204534"/>
                </a:lnTo>
                <a:cubicBezTo>
                  <a:pt x="981440" y="6204534"/>
                  <a:pt x="880679" y="6305295"/>
                  <a:pt x="880679" y="6429590"/>
                </a:cubicBezTo>
                <a:lnTo>
                  <a:pt x="880679" y="6858000"/>
                </a:lnTo>
                <a:lnTo>
                  <a:pt x="0" y="6858000"/>
                </a:lnTo>
                <a:lnTo>
                  <a:pt x="0" y="0"/>
                </a:lnTo>
                <a:close/>
                <a:moveTo>
                  <a:pt x="1138655" y="1746908"/>
                </a:moveTo>
                <a:cubicBezTo>
                  <a:pt x="1014360" y="1746908"/>
                  <a:pt x="913599" y="1847669"/>
                  <a:pt x="913599" y="1971964"/>
                </a:cubicBezTo>
                <a:lnTo>
                  <a:pt x="913599" y="5520711"/>
                </a:lnTo>
                <a:cubicBezTo>
                  <a:pt x="913599" y="5645006"/>
                  <a:pt x="1014360" y="5745767"/>
                  <a:pt x="1138655" y="5745767"/>
                </a:cubicBezTo>
                <a:lnTo>
                  <a:pt x="6091846" y="5745767"/>
                </a:lnTo>
                <a:cubicBezTo>
                  <a:pt x="6216141" y="5745767"/>
                  <a:pt x="6316902" y="5645006"/>
                  <a:pt x="6316902" y="5520711"/>
                </a:cubicBezTo>
                <a:lnTo>
                  <a:pt x="6316902" y="1971964"/>
                </a:lnTo>
                <a:cubicBezTo>
                  <a:pt x="6316902" y="1847669"/>
                  <a:pt x="6216141" y="1746908"/>
                  <a:pt x="6091846" y="1746908"/>
                </a:cubicBezTo>
                <a:lnTo>
                  <a:pt x="1138655" y="17469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Rectangle 6">
            <a:extLst>
              <a:ext uri="{FF2B5EF4-FFF2-40B4-BE49-F238E27FC236}">
                <a16:creationId xmlns:a16="http://schemas.microsoft.com/office/drawing/2014/main" id="{5003C2B3-3873-7FFA-2567-57F2F6ABBFCB}"/>
              </a:ext>
              <a:ext uri="{C183D7F6-B498-43B3-948B-1728B52AA6E4}">
                <adec:decorative xmlns:adec="http://schemas.microsoft.com/office/drawing/2017/decorative" val="1"/>
              </a:ext>
            </a:extLst>
          </p:cNvPr>
          <p:cNvSpPr/>
          <p:nvPr userDrawn="1"/>
        </p:nvSpPr>
        <p:spPr>
          <a:xfrm>
            <a:off x="763334" y="0"/>
            <a:ext cx="300530"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3619A50-ADC7-AA30-E96F-D0853D0DD7C6}"/>
              </a:ext>
              <a:ext uri="{C183D7F6-B498-43B3-948B-1728B52AA6E4}">
                <adec:decorative xmlns:adec="http://schemas.microsoft.com/office/drawing/2017/decorative" val="1"/>
              </a:ext>
            </a:extLst>
          </p:cNvPr>
          <p:cNvSpPr/>
          <p:nvPr userDrawn="1"/>
        </p:nvSpPr>
        <p:spPr>
          <a:xfrm>
            <a:off x="1265016" y="0"/>
            <a:ext cx="45720" cy="6858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6447AC2-F09C-2AC2-0522-F871987D66DB}"/>
              </a:ext>
              <a:ext uri="{C183D7F6-B498-43B3-948B-1728B52AA6E4}">
                <adec:decorative xmlns:adec="http://schemas.microsoft.com/office/drawing/2017/decorative"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467140" y="576470"/>
            <a:ext cx="4831209" cy="2266121"/>
          </a:xfrm>
        </p:spPr>
        <p:txBody>
          <a:bodyPr anchor="ctr">
            <a:normAutofit/>
          </a:bodyPr>
          <a:lstStyle>
            <a:lvl1pPr algn="r">
              <a:defRPr sz="4400" b="0" spc="0" baseline="0"/>
            </a:lvl1pPr>
          </a:lstStyle>
          <a:p>
            <a:endParaRPr lang="en-US" dirty="0"/>
          </a:p>
        </p:txBody>
      </p:sp>
      <p:sp>
        <p:nvSpPr>
          <p:cNvPr id="17" name="Content Placeholder 16">
            <a:extLst>
              <a:ext uri="{FF2B5EF4-FFF2-40B4-BE49-F238E27FC236}">
                <a16:creationId xmlns:a16="http://schemas.microsoft.com/office/drawing/2014/main" id="{7C3A4AA6-1D0C-DE79-F399-33299CB812C6}"/>
              </a:ext>
            </a:extLst>
          </p:cNvPr>
          <p:cNvSpPr>
            <a:spLocks noGrp="1"/>
          </p:cNvSpPr>
          <p:nvPr>
            <p:ph sz="quarter" idx="11" hasCustomPrompt="1"/>
          </p:nvPr>
        </p:nvSpPr>
        <p:spPr>
          <a:xfrm>
            <a:off x="467139" y="3031435"/>
            <a:ext cx="4831209" cy="3478944"/>
          </a:xfrm>
        </p:spPr>
        <p:txBody>
          <a:bodyPr>
            <a:normAutofit/>
          </a:bodyPr>
          <a:lstStyle>
            <a:lvl1pPr marL="0" indent="0" algn="r">
              <a:lnSpc>
                <a:spcPct val="100000"/>
              </a:lnSpc>
              <a:spcBef>
                <a:spcPts val="1000"/>
              </a:spcBef>
              <a:buNone/>
              <a:defRPr sz="2400"/>
            </a:lvl1pPr>
            <a:lvl2pPr marL="457200" indent="0" algn="r">
              <a:lnSpc>
                <a:spcPct val="100000"/>
              </a:lnSpc>
              <a:spcBef>
                <a:spcPts val="1000"/>
              </a:spcBef>
              <a:buNone/>
              <a:defRPr sz="2000"/>
            </a:lvl2pPr>
            <a:lvl3pPr marL="914400" indent="0" algn="r">
              <a:lnSpc>
                <a:spcPct val="100000"/>
              </a:lnSpc>
              <a:spcBef>
                <a:spcPts val="1000"/>
              </a:spcBef>
              <a:buNone/>
              <a:defRPr sz="1800"/>
            </a:lvl3pPr>
            <a:lvl4pPr marL="1371600" indent="0" algn="r">
              <a:lnSpc>
                <a:spcPct val="100000"/>
              </a:lnSpc>
              <a:spcBef>
                <a:spcPts val="1000"/>
              </a:spcBef>
              <a:buNone/>
              <a:defRPr sz="1600"/>
            </a:lvl4pPr>
            <a:lvl5pPr marL="1828800" indent="0" algn="r">
              <a:lnSpc>
                <a:spcPct val="100000"/>
              </a:lnSpc>
              <a:spcBef>
                <a:spcPts val="1000"/>
              </a:spcBef>
              <a:buNone/>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Picture Placeholder 10">
            <a:extLst>
              <a:ext uri="{FF2B5EF4-FFF2-40B4-BE49-F238E27FC236}">
                <a16:creationId xmlns:a16="http://schemas.microsoft.com/office/drawing/2014/main" id="{8ABFB379-CB29-0D42-1349-53B7325212E7}"/>
              </a:ext>
            </a:extLst>
          </p:cNvPr>
          <p:cNvSpPr>
            <a:spLocks noGrp="1"/>
          </p:cNvSpPr>
          <p:nvPr>
            <p:ph type="pic" sz="quarter" idx="10" hasCustomPrompt="1"/>
          </p:nvPr>
        </p:nvSpPr>
        <p:spPr>
          <a:xfrm>
            <a:off x="5890039" y="1751216"/>
            <a:ext cx="5394960" cy="3997325"/>
          </a:xfrm>
          <a:prstGeom prst="roundRect">
            <a:avLst>
              <a:gd name="adj" fmla="val 5229"/>
            </a:avLst>
          </a:prstGeom>
        </p:spPr>
        <p:txBody>
          <a:bodyPr/>
          <a:lstStyle>
            <a:lvl1pPr marL="0" indent="0" algn="ctr">
              <a:buNone/>
              <a:defRPr/>
            </a:lvl1pPr>
          </a:lstStyle>
          <a:p>
            <a:r>
              <a:rPr lang="en-US" dirty="0"/>
              <a:t>Click icon to add picture </a:t>
            </a:r>
          </a:p>
        </p:txBody>
      </p:sp>
      <p:sp>
        <p:nvSpPr>
          <p:cNvPr id="11" name="Slide Number Placeholder 10">
            <a:extLst>
              <a:ext uri="{FF2B5EF4-FFF2-40B4-BE49-F238E27FC236}">
                <a16:creationId xmlns:a16="http://schemas.microsoft.com/office/drawing/2014/main" id="{F1E58A54-F746-59CF-007A-329493EC502C}"/>
              </a:ext>
            </a:extLst>
          </p:cNvPr>
          <p:cNvSpPr>
            <a:spLocks noGrp="1"/>
          </p:cNvSpPr>
          <p:nvPr>
            <p:ph type="sldNum" sz="quarter" idx="14"/>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218565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Content Right 1">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6A991E4A-E418-E9C0-B35B-0A81DCE3AB54}"/>
              </a:ext>
              <a:ext uri="{C183D7F6-B498-43B3-948B-1728B52AA6E4}">
                <adec:decorative xmlns:adec="http://schemas.microsoft.com/office/drawing/2017/decorative" val="1"/>
              </a:ext>
            </a:extLst>
          </p:cNvPr>
          <p:cNvSpPr/>
          <p:nvPr userDrawn="1"/>
        </p:nvSpPr>
        <p:spPr>
          <a:xfrm>
            <a:off x="-3245" y="-3248"/>
            <a:ext cx="12192000" cy="6858000"/>
          </a:xfrm>
          <a:custGeom>
            <a:avLst/>
            <a:gdLst>
              <a:gd name="connsiteX0" fmla="*/ 1138655 w 12192000"/>
              <a:gd name="connsiteY0" fmla="*/ 1746908 h 6858000"/>
              <a:gd name="connsiteX1" fmla="*/ 913599 w 12192000"/>
              <a:gd name="connsiteY1" fmla="*/ 1971964 h 6858000"/>
              <a:gd name="connsiteX2" fmla="*/ 913599 w 12192000"/>
              <a:gd name="connsiteY2" fmla="*/ 5520711 h 6858000"/>
              <a:gd name="connsiteX3" fmla="*/ 1138655 w 12192000"/>
              <a:gd name="connsiteY3" fmla="*/ 5745767 h 6858000"/>
              <a:gd name="connsiteX4" fmla="*/ 6091846 w 12192000"/>
              <a:gd name="connsiteY4" fmla="*/ 5745767 h 6858000"/>
              <a:gd name="connsiteX5" fmla="*/ 6316902 w 12192000"/>
              <a:gd name="connsiteY5" fmla="*/ 5520711 h 6858000"/>
              <a:gd name="connsiteX6" fmla="*/ 6316902 w 12192000"/>
              <a:gd name="connsiteY6" fmla="*/ 1971964 h 6858000"/>
              <a:gd name="connsiteX7" fmla="*/ 6091846 w 12192000"/>
              <a:gd name="connsiteY7" fmla="*/ 1746908 h 6858000"/>
              <a:gd name="connsiteX8" fmla="*/ 12184610 w 12192000"/>
              <a:gd name="connsiteY8" fmla="*/ 0 h 6858000"/>
              <a:gd name="connsiteX9" fmla="*/ 12192000 w 12192000"/>
              <a:gd name="connsiteY9" fmla="*/ 0 h 6858000"/>
              <a:gd name="connsiteX10" fmla="*/ 12192000 w 12192000"/>
              <a:gd name="connsiteY10" fmla="*/ 6858000 h 6858000"/>
              <a:gd name="connsiteX11" fmla="*/ 12184610 w 12192000"/>
              <a:gd name="connsiteY11" fmla="*/ 6858000 h 6858000"/>
              <a:gd name="connsiteX12" fmla="*/ 0 w 12192000"/>
              <a:gd name="connsiteY12" fmla="*/ 0 h 6858000"/>
              <a:gd name="connsiteX13" fmla="*/ 918140 w 12192000"/>
              <a:gd name="connsiteY13" fmla="*/ 0 h 6858000"/>
              <a:gd name="connsiteX14" fmla="*/ 918140 w 12192000"/>
              <a:gd name="connsiteY14" fmla="*/ 1010539 h 6858000"/>
              <a:gd name="connsiteX15" fmla="*/ 1195741 w 12192000"/>
              <a:gd name="connsiteY15" fmla="*/ 1288140 h 6858000"/>
              <a:gd name="connsiteX16" fmla="*/ 6043842 w 12192000"/>
              <a:gd name="connsiteY16" fmla="*/ 1288140 h 6858000"/>
              <a:gd name="connsiteX17" fmla="*/ 6321443 w 12192000"/>
              <a:gd name="connsiteY17" fmla="*/ 1010539 h 6858000"/>
              <a:gd name="connsiteX18" fmla="*/ 6321443 w 12192000"/>
              <a:gd name="connsiteY18" fmla="*/ 0 h 6858000"/>
              <a:gd name="connsiteX19" fmla="*/ 11019692 w 12192000"/>
              <a:gd name="connsiteY19" fmla="*/ 0 h 6858000"/>
              <a:gd name="connsiteX20" fmla="*/ 11019692 w 12192000"/>
              <a:gd name="connsiteY20" fmla="*/ 6858000 h 6858000"/>
              <a:gd name="connsiteX21" fmla="*/ 6283982 w 12192000"/>
              <a:gd name="connsiteY21" fmla="*/ 6858000 h 6858000"/>
              <a:gd name="connsiteX22" fmla="*/ 6283982 w 12192000"/>
              <a:gd name="connsiteY22" fmla="*/ 6429590 h 6858000"/>
              <a:gd name="connsiteX23" fmla="*/ 6058926 w 12192000"/>
              <a:gd name="connsiteY23" fmla="*/ 6204534 h 6858000"/>
              <a:gd name="connsiteX24" fmla="*/ 1105735 w 12192000"/>
              <a:gd name="connsiteY24" fmla="*/ 6204534 h 6858000"/>
              <a:gd name="connsiteX25" fmla="*/ 880679 w 12192000"/>
              <a:gd name="connsiteY25" fmla="*/ 6429590 h 6858000"/>
              <a:gd name="connsiteX26" fmla="*/ 880679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38655" y="1746908"/>
                </a:moveTo>
                <a:cubicBezTo>
                  <a:pt x="1014360" y="1746908"/>
                  <a:pt x="913599" y="1847669"/>
                  <a:pt x="913599" y="1971964"/>
                </a:cubicBezTo>
                <a:lnTo>
                  <a:pt x="913599" y="5520711"/>
                </a:lnTo>
                <a:cubicBezTo>
                  <a:pt x="913599" y="5645006"/>
                  <a:pt x="1014360" y="5745767"/>
                  <a:pt x="1138655" y="5745767"/>
                </a:cubicBezTo>
                <a:lnTo>
                  <a:pt x="6091846" y="5745767"/>
                </a:lnTo>
                <a:cubicBezTo>
                  <a:pt x="6216141" y="5745767"/>
                  <a:pt x="6316902" y="5645006"/>
                  <a:pt x="6316902" y="5520711"/>
                </a:cubicBezTo>
                <a:lnTo>
                  <a:pt x="6316902" y="1971964"/>
                </a:lnTo>
                <a:cubicBezTo>
                  <a:pt x="6316902" y="1847669"/>
                  <a:pt x="6216141" y="1746908"/>
                  <a:pt x="6091846" y="1746908"/>
                </a:cubicBezTo>
                <a:close/>
                <a:moveTo>
                  <a:pt x="12184610" y="0"/>
                </a:moveTo>
                <a:lnTo>
                  <a:pt x="12192000" y="0"/>
                </a:lnTo>
                <a:lnTo>
                  <a:pt x="12192000" y="6858000"/>
                </a:lnTo>
                <a:lnTo>
                  <a:pt x="12184610" y="6858000"/>
                </a:lnTo>
                <a:close/>
                <a:moveTo>
                  <a:pt x="0" y="0"/>
                </a:moveTo>
                <a:lnTo>
                  <a:pt x="918140" y="0"/>
                </a:lnTo>
                <a:lnTo>
                  <a:pt x="918140" y="1010539"/>
                </a:lnTo>
                <a:cubicBezTo>
                  <a:pt x="918140" y="1163854"/>
                  <a:pt x="1042426" y="1288140"/>
                  <a:pt x="1195741" y="1288140"/>
                </a:cubicBezTo>
                <a:lnTo>
                  <a:pt x="6043842" y="1288140"/>
                </a:lnTo>
                <a:cubicBezTo>
                  <a:pt x="6197157" y="1288140"/>
                  <a:pt x="6321443" y="1163854"/>
                  <a:pt x="6321443" y="1010539"/>
                </a:cubicBezTo>
                <a:lnTo>
                  <a:pt x="6321443" y="0"/>
                </a:lnTo>
                <a:lnTo>
                  <a:pt x="11019692" y="0"/>
                </a:lnTo>
                <a:lnTo>
                  <a:pt x="11019692" y="6858000"/>
                </a:lnTo>
                <a:lnTo>
                  <a:pt x="6283982" y="6858000"/>
                </a:lnTo>
                <a:lnTo>
                  <a:pt x="6283982" y="6429590"/>
                </a:lnTo>
                <a:cubicBezTo>
                  <a:pt x="6283982" y="6305295"/>
                  <a:pt x="6183221" y="6204534"/>
                  <a:pt x="6058926" y="6204534"/>
                </a:cubicBezTo>
                <a:lnTo>
                  <a:pt x="1105735" y="6204534"/>
                </a:lnTo>
                <a:cubicBezTo>
                  <a:pt x="981440" y="6204534"/>
                  <a:pt x="880679" y="6305295"/>
                  <a:pt x="880679" y="6429590"/>
                </a:cubicBezTo>
                <a:lnTo>
                  <a:pt x="880679" y="6858000"/>
                </a:lnTo>
                <a:lnTo>
                  <a:pt x="0" y="685800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8" name="Group 7">
            <a:extLst>
              <a:ext uri="{FF2B5EF4-FFF2-40B4-BE49-F238E27FC236}">
                <a16:creationId xmlns:a16="http://schemas.microsoft.com/office/drawing/2014/main" id="{63315A23-2C00-4A7E-B9E9-65CF734EE176}"/>
              </a:ext>
              <a:ext uri="{C183D7F6-B498-43B3-948B-1728B52AA6E4}">
                <adec:decorative xmlns:adec="http://schemas.microsoft.com/office/drawing/2017/decorative" val="1"/>
              </a:ext>
            </a:extLst>
          </p:cNvPr>
          <p:cNvGrpSpPr/>
          <p:nvPr userDrawn="1"/>
        </p:nvGrpSpPr>
        <p:grpSpPr>
          <a:xfrm>
            <a:off x="8068700" y="1116391"/>
            <a:ext cx="4120055" cy="4308449"/>
            <a:chOff x="5656746" y="820557"/>
            <a:chExt cx="4120055" cy="4308449"/>
          </a:xfrm>
        </p:grpSpPr>
        <p:pic>
          <p:nvPicPr>
            <p:cNvPr id="9" name="Graphic 8">
              <a:extLst>
                <a:ext uri="{FF2B5EF4-FFF2-40B4-BE49-F238E27FC236}">
                  <a16:creationId xmlns:a16="http://schemas.microsoft.com/office/drawing/2014/main" id="{CFF8075D-03CC-DDD4-332C-F26F61AF7F9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53287" y="820557"/>
              <a:ext cx="3926972" cy="4308449"/>
            </a:xfrm>
            <a:prstGeom prst="rect">
              <a:avLst/>
            </a:prstGeom>
          </p:spPr>
        </p:pic>
        <p:pic>
          <p:nvPicPr>
            <p:cNvPr id="11" name="Graphic 10">
              <a:extLst>
                <a:ext uri="{FF2B5EF4-FFF2-40B4-BE49-F238E27FC236}">
                  <a16:creationId xmlns:a16="http://schemas.microsoft.com/office/drawing/2014/main" id="{DE03B7A5-6E3E-5DC1-6705-A3B82F408CD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6746" y="914755"/>
              <a:ext cx="4120055" cy="4120055"/>
            </a:xfrm>
            <a:prstGeom prst="rect">
              <a:avLst/>
            </a:prstGeom>
          </p:spPr>
        </p:pic>
      </p:grpSp>
      <p:sp>
        <p:nvSpPr>
          <p:cNvPr id="13" name="Rectangle 12">
            <a:extLst>
              <a:ext uri="{FF2B5EF4-FFF2-40B4-BE49-F238E27FC236}">
                <a16:creationId xmlns:a16="http://schemas.microsoft.com/office/drawing/2014/main" id="{BFAD7832-54F8-F683-7C5A-71ABBBD6D13E}"/>
              </a:ext>
              <a:ext uri="{C183D7F6-B498-43B3-948B-1728B52AA6E4}">
                <adec:decorative xmlns:adec="http://schemas.microsoft.com/office/drawing/2017/decorative" val="1"/>
              </a:ext>
            </a:extLst>
          </p:cNvPr>
          <p:cNvSpPr/>
          <p:nvPr userDrawn="1"/>
        </p:nvSpPr>
        <p:spPr>
          <a:xfrm>
            <a:off x="301555" y="270595"/>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7020675" y="480627"/>
            <a:ext cx="4505155" cy="2894495"/>
          </a:xfrm>
        </p:spPr>
        <p:txBody>
          <a:bodyPr anchor="b">
            <a:normAutofit/>
          </a:bodyPr>
          <a:lstStyle>
            <a:lvl1pPr algn="l">
              <a:defRPr sz="4400" b="0" spc="0" baseline="0"/>
            </a:lvl1pPr>
          </a:lstStyle>
          <a:p>
            <a:r>
              <a:rPr lang="en-US" dirty="0"/>
              <a:t>Click to add title</a:t>
            </a:r>
          </a:p>
        </p:txBody>
      </p:sp>
      <p:sp>
        <p:nvSpPr>
          <p:cNvPr id="19" name="Picture Placeholder 10">
            <a:extLst>
              <a:ext uri="{FF2B5EF4-FFF2-40B4-BE49-F238E27FC236}">
                <a16:creationId xmlns:a16="http://schemas.microsoft.com/office/drawing/2014/main" id="{8ABFB379-CB29-0D42-1349-53B7325212E7}"/>
              </a:ext>
            </a:extLst>
          </p:cNvPr>
          <p:cNvSpPr>
            <a:spLocks noGrp="1"/>
          </p:cNvSpPr>
          <p:nvPr>
            <p:ph type="pic" sz="quarter" idx="10" hasCustomPrompt="1"/>
          </p:nvPr>
        </p:nvSpPr>
        <p:spPr>
          <a:xfrm>
            <a:off x="915410" y="1751759"/>
            <a:ext cx="5394960" cy="3997325"/>
          </a:xfrm>
          <a:prstGeom prst="roundRect">
            <a:avLst>
              <a:gd name="adj" fmla="val 5229"/>
            </a:avLst>
          </a:prstGeom>
        </p:spPr>
        <p:txBody>
          <a:bodyPr/>
          <a:lstStyle>
            <a:lvl1pPr marL="0" indent="0" algn="ctr">
              <a:buNone/>
              <a:defRPr/>
            </a:lvl1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icon to add picture </a:t>
            </a:r>
          </a:p>
          <a:p>
            <a:endParaRPr lang="en-US" dirty="0"/>
          </a:p>
        </p:txBody>
      </p:sp>
      <p:sp>
        <p:nvSpPr>
          <p:cNvPr id="43" name="Content Placeholder 42">
            <a:extLst>
              <a:ext uri="{FF2B5EF4-FFF2-40B4-BE49-F238E27FC236}">
                <a16:creationId xmlns:a16="http://schemas.microsoft.com/office/drawing/2014/main" id="{6EE87FA3-5409-C076-826E-A5685EB21E22}"/>
              </a:ext>
            </a:extLst>
          </p:cNvPr>
          <p:cNvSpPr>
            <a:spLocks noGrp="1"/>
          </p:cNvSpPr>
          <p:nvPr>
            <p:ph sz="quarter" idx="11" hasCustomPrompt="1"/>
          </p:nvPr>
        </p:nvSpPr>
        <p:spPr>
          <a:xfrm>
            <a:off x="7021313" y="3505200"/>
            <a:ext cx="4029859" cy="3001963"/>
          </a:xfrm>
        </p:spPr>
        <p:txBody>
          <a:bodyPr>
            <a:normAutofit/>
          </a:bodyPr>
          <a:lstStyle>
            <a:lvl1pPr marL="0" indent="0">
              <a:lnSpc>
                <a:spcPct val="100000"/>
              </a:lnSpc>
              <a:spcBef>
                <a:spcPts val="1000"/>
              </a:spcBef>
              <a:buNone/>
              <a:defRPr sz="2400"/>
            </a:lvl1pPr>
            <a:lvl2pPr marL="457200" indent="0">
              <a:lnSpc>
                <a:spcPct val="100000"/>
              </a:lnSpc>
              <a:spcBef>
                <a:spcPts val="1000"/>
              </a:spcBef>
              <a:buNone/>
              <a:defRPr sz="2000"/>
            </a:lvl2pPr>
            <a:lvl3pPr marL="914400" indent="0">
              <a:lnSpc>
                <a:spcPct val="100000"/>
              </a:lnSpc>
              <a:spcBef>
                <a:spcPts val="1000"/>
              </a:spcBef>
              <a:buNone/>
              <a:defRPr sz="1800"/>
            </a:lvl3pPr>
            <a:lvl4pPr marL="1371600" indent="0">
              <a:lnSpc>
                <a:spcPct val="100000"/>
              </a:lnSpc>
              <a:spcBef>
                <a:spcPts val="1000"/>
              </a:spcBef>
              <a:buNone/>
              <a:defRPr sz="1600"/>
            </a:lvl4pPr>
            <a:lvl5pPr marL="1828800" indent="0">
              <a:lnSpc>
                <a:spcPct val="100000"/>
              </a:lnSpc>
              <a:spcBef>
                <a:spcPts val="1000"/>
              </a:spcBef>
              <a:buNone/>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1D52A9BE-2A46-4899-C38E-B513CC1AF11E}"/>
              </a:ext>
            </a:extLst>
          </p:cNvPr>
          <p:cNvSpPr>
            <a:spLocks noGrp="1"/>
          </p:cNvSpPr>
          <p:nvPr>
            <p:ph type="sldNum" sz="quarter" idx="14"/>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9382065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ection Title">
    <p:bg>
      <p:bgPr>
        <a:solidFill>
          <a:schemeClr val="tx2"/>
        </a:soli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A9EF1CCA-35D0-41F4-BC3D-AA1679C3E60D}"/>
              </a:ext>
              <a:ext uri="{C183D7F6-B498-43B3-948B-1728B52AA6E4}">
                <adec:decorative xmlns:adec="http://schemas.microsoft.com/office/drawing/2017/decorative" val="1"/>
              </a:ext>
            </a:extLst>
          </p:cNvPr>
          <p:cNvGrpSpPr/>
          <p:nvPr userDrawn="1"/>
        </p:nvGrpSpPr>
        <p:grpSpPr>
          <a:xfrm>
            <a:off x="1276514" y="397442"/>
            <a:ext cx="9619886" cy="6623279"/>
            <a:chOff x="1276514" y="397442"/>
            <a:chExt cx="9619886" cy="6623279"/>
          </a:xfrm>
        </p:grpSpPr>
        <p:grpSp>
          <p:nvGrpSpPr>
            <p:cNvPr id="8" name="Group 7">
              <a:extLst>
                <a:ext uri="{FF2B5EF4-FFF2-40B4-BE49-F238E27FC236}">
                  <a16:creationId xmlns:a16="http://schemas.microsoft.com/office/drawing/2014/main" id="{039112C6-05E1-7A58-F9B3-4ED607F0FEB5}"/>
                </a:ext>
              </a:extLst>
            </p:cNvPr>
            <p:cNvGrpSpPr/>
            <p:nvPr userDrawn="1"/>
          </p:nvGrpSpPr>
          <p:grpSpPr>
            <a:xfrm>
              <a:off x="1276514" y="397442"/>
              <a:ext cx="3028206" cy="3166674"/>
              <a:chOff x="5656746" y="820557"/>
              <a:chExt cx="4120055" cy="4308449"/>
            </a:xfrm>
          </p:grpSpPr>
          <p:pic>
            <p:nvPicPr>
              <p:cNvPr id="9" name="Graphic 8">
                <a:extLst>
                  <a:ext uri="{FF2B5EF4-FFF2-40B4-BE49-F238E27FC236}">
                    <a16:creationId xmlns:a16="http://schemas.microsoft.com/office/drawing/2014/main" id="{580B3039-6990-1E35-87E4-6C581CF7BA6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53287" y="820557"/>
                <a:ext cx="3926972" cy="4308449"/>
              </a:xfrm>
              <a:prstGeom prst="rect">
                <a:avLst/>
              </a:prstGeom>
            </p:spPr>
          </p:pic>
          <p:pic>
            <p:nvPicPr>
              <p:cNvPr id="10" name="Graphic 9">
                <a:extLst>
                  <a:ext uri="{FF2B5EF4-FFF2-40B4-BE49-F238E27FC236}">
                    <a16:creationId xmlns:a16="http://schemas.microsoft.com/office/drawing/2014/main" id="{37F0331D-9A8D-485F-9469-6B31E3D61CF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6746" y="914755"/>
                <a:ext cx="4120055" cy="4120055"/>
              </a:xfrm>
              <a:prstGeom prst="rect">
                <a:avLst/>
              </a:prstGeom>
            </p:spPr>
          </p:pic>
        </p:grpSp>
        <p:grpSp>
          <p:nvGrpSpPr>
            <p:cNvPr id="12" name="Group 11">
              <a:extLst>
                <a:ext uri="{FF2B5EF4-FFF2-40B4-BE49-F238E27FC236}">
                  <a16:creationId xmlns:a16="http://schemas.microsoft.com/office/drawing/2014/main" id="{D1BCBEDD-D6D8-B22D-46D2-C061FBDFE326}"/>
                </a:ext>
              </a:extLst>
            </p:cNvPr>
            <p:cNvGrpSpPr/>
            <p:nvPr userDrawn="1"/>
          </p:nvGrpSpPr>
          <p:grpSpPr>
            <a:xfrm>
              <a:off x="6776345" y="2712272"/>
              <a:ext cx="4120055" cy="4308449"/>
              <a:chOff x="5656746" y="820557"/>
              <a:chExt cx="4120055" cy="4308449"/>
            </a:xfrm>
          </p:grpSpPr>
          <p:pic>
            <p:nvPicPr>
              <p:cNvPr id="13" name="Graphic 12">
                <a:extLst>
                  <a:ext uri="{FF2B5EF4-FFF2-40B4-BE49-F238E27FC236}">
                    <a16:creationId xmlns:a16="http://schemas.microsoft.com/office/drawing/2014/main" id="{43D2104B-238A-6958-53E9-4C3CFC4C997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53287" y="820557"/>
                <a:ext cx="3926972" cy="4308449"/>
              </a:xfrm>
              <a:prstGeom prst="rect">
                <a:avLst/>
              </a:prstGeom>
            </p:spPr>
          </p:pic>
          <p:pic>
            <p:nvPicPr>
              <p:cNvPr id="14" name="Graphic 13">
                <a:extLst>
                  <a:ext uri="{FF2B5EF4-FFF2-40B4-BE49-F238E27FC236}">
                    <a16:creationId xmlns:a16="http://schemas.microsoft.com/office/drawing/2014/main" id="{FE1FCD13-2E12-4019-9FCB-3A53D173219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6746" y="914755"/>
                <a:ext cx="4120055" cy="4120055"/>
              </a:xfrm>
              <a:prstGeom prst="rect">
                <a:avLst/>
              </a:prstGeom>
            </p:spPr>
          </p:pic>
        </p:grpSp>
      </p:grpSp>
      <p:sp>
        <p:nvSpPr>
          <p:cNvPr id="7" name="Rectangle 6">
            <a:extLst>
              <a:ext uri="{FF2B5EF4-FFF2-40B4-BE49-F238E27FC236}">
                <a16:creationId xmlns:a16="http://schemas.microsoft.com/office/drawing/2014/main" id="{7CEA9FD7-5B24-27A7-2BB5-A937B6A4DA0F}"/>
              </a:ext>
              <a:ext uri="{C183D7F6-B498-43B3-948B-1728B52AA6E4}">
                <adec:decorative xmlns:adec="http://schemas.microsoft.com/office/drawing/2017/decorative" val="1"/>
              </a:ext>
            </a:extLst>
          </p:cNvPr>
          <p:cNvSpPr/>
          <p:nvPr userDrawn="1"/>
        </p:nvSpPr>
        <p:spPr>
          <a:xfrm>
            <a:off x="10389386" y="0"/>
            <a:ext cx="45720" cy="6858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6C3731B0-8EE6-11A7-D5EB-431792C487D8}"/>
              </a:ext>
              <a:ext uri="{C183D7F6-B498-43B3-948B-1728B52AA6E4}">
                <adec:decorative xmlns:adec="http://schemas.microsoft.com/office/drawing/2017/decorative" val="1"/>
              </a:ext>
            </a:extLst>
          </p:cNvPr>
          <p:cNvSpPr/>
          <p:nvPr userDrawn="1"/>
        </p:nvSpPr>
        <p:spPr>
          <a:xfrm>
            <a:off x="442568" y="0"/>
            <a:ext cx="2108126"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86EEE179-0672-B497-0D0F-DF7C0E09DFC9}"/>
              </a:ext>
              <a:ext uri="{C183D7F6-B498-43B3-948B-1728B52AA6E4}">
                <adec:decorative xmlns:adec="http://schemas.microsoft.com/office/drawing/2017/decorative"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18745" y="507244"/>
            <a:ext cx="9143999" cy="2162065"/>
          </a:xfrm>
        </p:spPr>
        <p:txBody>
          <a:bodyPr anchor="b">
            <a:normAutofit/>
          </a:bodyPr>
          <a:lstStyle>
            <a:lvl1pPr algn="l">
              <a:defRPr sz="4800" b="1"/>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2552700" y="3586281"/>
            <a:ext cx="7086600" cy="2286000"/>
          </a:xfrm>
        </p:spPr>
        <p:txBody>
          <a:bodyPr>
            <a:normAutofit/>
          </a:bodyPr>
          <a:lstStyle>
            <a:lvl1pPr marL="0" indent="0" algn="ctr">
              <a:lnSpc>
                <a:spcPct val="100000"/>
              </a:lnSpc>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6" name="Slide Number Placeholder 5">
            <a:extLst>
              <a:ext uri="{FF2B5EF4-FFF2-40B4-BE49-F238E27FC236}">
                <a16:creationId xmlns:a16="http://schemas.microsoft.com/office/drawing/2014/main" id="{0E8AEB78-507E-76A4-533C-B685FBB93E63}"/>
              </a:ext>
            </a:extLst>
          </p:cNvPr>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3998040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and Content Right 2">
    <p:bg>
      <p:bgPr>
        <a:solidFill>
          <a:schemeClr val="tx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008A07D-9CD9-61E7-5307-509E256E3280}"/>
              </a:ext>
              <a:ext uri="{C183D7F6-B498-43B3-948B-1728B52AA6E4}">
                <adec:decorative xmlns:adec="http://schemas.microsoft.com/office/drawing/2017/decorative" val="1"/>
              </a:ext>
            </a:extLst>
          </p:cNvPr>
          <p:cNvSpPr/>
          <p:nvPr userDrawn="1"/>
        </p:nvSpPr>
        <p:spPr>
          <a:xfrm>
            <a:off x="968196" y="0"/>
            <a:ext cx="2497096"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36D3D556-F10A-EC7C-0757-E00C6BD1151D}"/>
              </a:ext>
              <a:ext uri="{C183D7F6-B498-43B3-948B-1728B52AA6E4}">
                <adec:decorative xmlns:adec="http://schemas.microsoft.com/office/drawing/2017/decorative" val="1"/>
              </a:ext>
            </a:extLst>
          </p:cNvPr>
          <p:cNvSpPr/>
          <p:nvPr userDrawn="1"/>
        </p:nvSpPr>
        <p:spPr>
          <a:xfrm>
            <a:off x="5755612" y="0"/>
            <a:ext cx="396990"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0F434F37-A346-4DC3-ACA1-FE0B5DD0A9D0}"/>
              </a:ext>
              <a:ext uri="{C183D7F6-B498-43B3-948B-1728B52AA6E4}">
                <adec:decorative xmlns:adec="http://schemas.microsoft.com/office/drawing/2017/decorative" val="1"/>
              </a:ext>
            </a:extLst>
          </p:cNvPr>
          <p:cNvGrpSpPr/>
          <p:nvPr userDrawn="1"/>
        </p:nvGrpSpPr>
        <p:grpSpPr>
          <a:xfrm>
            <a:off x="1405264" y="1517829"/>
            <a:ext cx="4120055" cy="4308449"/>
            <a:chOff x="5656746" y="820557"/>
            <a:chExt cx="4120055" cy="4308449"/>
          </a:xfrm>
        </p:grpSpPr>
        <p:pic>
          <p:nvPicPr>
            <p:cNvPr id="6" name="Graphic 5">
              <a:extLst>
                <a:ext uri="{FF2B5EF4-FFF2-40B4-BE49-F238E27FC236}">
                  <a16:creationId xmlns:a16="http://schemas.microsoft.com/office/drawing/2014/main" id="{1CD6BFE6-65DF-2EFD-2AB8-EF54AE6EDEE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53287" y="820557"/>
              <a:ext cx="3926972" cy="4308449"/>
            </a:xfrm>
            <a:prstGeom prst="rect">
              <a:avLst/>
            </a:prstGeom>
          </p:spPr>
        </p:pic>
        <p:pic>
          <p:nvPicPr>
            <p:cNvPr id="15" name="Graphic 14">
              <a:extLst>
                <a:ext uri="{FF2B5EF4-FFF2-40B4-BE49-F238E27FC236}">
                  <a16:creationId xmlns:a16="http://schemas.microsoft.com/office/drawing/2014/main" id="{772A018D-5452-637A-6EFC-8A1C55CE031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6746" y="914755"/>
              <a:ext cx="4120055" cy="4120055"/>
            </a:xfrm>
            <a:prstGeom prst="rect">
              <a:avLst/>
            </a:prstGeom>
          </p:spPr>
        </p:pic>
      </p:grpSp>
      <p:sp>
        <p:nvSpPr>
          <p:cNvPr id="21" name="Rectangle 20">
            <a:extLst>
              <a:ext uri="{FF2B5EF4-FFF2-40B4-BE49-F238E27FC236}">
                <a16:creationId xmlns:a16="http://schemas.microsoft.com/office/drawing/2014/main" id="{43AED969-CB3F-45E5-4B56-8D4841A04265}"/>
              </a:ext>
              <a:ext uri="{C183D7F6-B498-43B3-948B-1728B52AA6E4}">
                <adec:decorative xmlns:adec="http://schemas.microsoft.com/office/drawing/2017/decorative" val="1"/>
              </a:ext>
            </a:extLst>
          </p:cNvPr>
          <p:cNvSpPr/>
          <p:nvPr userDrawn="1"/>
        </p:nvSpPr>
        <p:spPr>
          <a:xfrm>
            <a:off x="2653444" y="0"/>
            <a:ext cx="45720" cy="6858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86EEE179-0672-B497-0D0F-DF7C0E09DFC9}"/>
              </a:ext>
              <a:ext uri="{C183D7F6-B498-43B3-948B-1728B52AA6E4}">
                <adec:decorative xmlns:adec="http://schemas.microsoft.com/office/drawing/2017/decorative"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6297523" y="750316"/>
            <a:ext cx="5469591" cy="2066052"/>
          </a:xfrm>
        </p:spPr>
        <p:txBody>
          <a:bodyPr anchor="ctr">
            <a:normAutofit/>
          </a:bodyPr>
          <a:lstStyle>
            <a:lvl1pPr algn="l">
              <a:defRPr sz="4400" b="0"/>
            </a:lvl1pPr>
          </a:lstStyle>
          <a:p>
            <a:r>
              <a:rPr lang="en-US" dirty="0"/>
              <a:t>Click to add title</a:t>
            </a:r>
          </a:p>
        </p:txBody>
      </p:sp>
      <p:sp>
        <p:nvSpPr>
          <p:cNvPr id="23" name="Content Placeholder 22">
            <a:extLst>
              <a:ext uri="{FF2B5EF4-FFF2-40B4-BE49-F238E27FC236}">
                <a16:creationId xmlns:a16="http://schemas.microsoft.com/office/drawing/2014/main" id="{5F3BAA8E-44E6-12B3-F690-09AB8C245E99}"/>
              </a:ext>
            </a:extLst>
          </p:cNvPr>
          <p:cNvSpPr>
            <a:spLocks noGrp="1"/>
          </p:cNvSpPr>
          <p:nvPr>
            <p:ph sz="quarter" idx="10" hasCustomPrompt="1"/>
          </p:nvPr>
        </p:nvSpPr>
        <p:spPr>
          <a:xfrm>
            <a:off x="6297703" y="2884989"/>
            <a:ext cx="4768850" cy="3625392"/>
          </a:xfrm>
        </p:spPr>
        <p:txBody>
          <a:bodyPr>
            <a:normAutofit/>
          </a:bodyPr>
          <a:lstStyle>
            <a:lvl1pPr marL="0" indent="0">
              <a:lnSpc>
                <a:spcPct val="100000"/>
              </a:lnSpc>
              <a:spcBef>
                <a:spcPts val="1000"/>
              </a:spcBef>
              <a:buNone/>
              <a:defRPr sz="2400"/>
            </a:lvl1pPr>
            <a:lvl2pPr marL="457200" indent="0">
              <a:lnSpc>
                <a:spcPct val="100000"/>
              </a:lnSpc>
              <a:spcBef>
                <a:spcPts val="1000"/>
              </a:spcBef>
              <a:buNone/>
              <a:defRPr sz="2000"/>
            </a:lvl2pPr>
            <a:lvl3pPr marL="914400" indent="0">
              <a:lnSpc>
                <a:spcPct val="100000"/>
              </a:lnSpc>
              <a:spcBef>
                <a:spcPts val="1000"/>
              </a:spcBef>
              <a:buNone/>
              <a:defRPr sz="1800"/>
            </a:lvl3pPr>
            <a:lvl4pPr marL="1371600" indent="0">
              <a:lnSpc>
                <a:spcPct val="100000"/>
              </a:lnSpc>
              <a:spcBef>
                <a:spcPts val="1000"/>
              </a:spcBef>
              <a:buNone/>
              <a:defRPr sz="1600"/>
            </a:lvl4pPr>
            <a:lvl5pPr marL="1828800" indent="0">
              <a:lnSpc>
                <a:spcPct val="100000"/>
              </a:lnSpc>
              <a:spcBef>
                <a:spcPts val="1000"/>
              </a:spcBef>
              <a:buNone/>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94A042FB-AE91-12A6-1B9A-55AE16FB5340}"/>
              </a:ext>
            </a:extLst>
          </p:cNvPr>
          <p:cNvSpPr>
            <a:spLocks noGrp="1"/>
          </p:cNvSpPr>
          <p:nvPr>
            <p:ph type="sldNum" sz="quarter" idx="13"/>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9845677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wo Column 1">
    <p:bg>
      <p:bgPr>
        <a:solidFill>
          <a:schemeClr val="tx2"/>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D1F6D51D-5B15-9B30-DC19-5F58B30523DC}"/>
              </a:ext>
              <a:ext uri="{C183D7F6-B498-43B3-948B-1728B52AA6E4}">
                <adec:decorative xmlns:adec="http://schemas.microsoft.com/office/drawing/2017/decorative" val="1"/>
              </a:ext>
            </a:extLst>
          </p:cNvPr>
          <p:cNvGrpSpPr/>
          <p:nvPr userDrawn="1"/>
        </p:nvGrpSpPr>
        <p:grpSpPr>
          <a:xfrm>
            <a:off x="837577" y="3429000"/>
            <a:ext cx="3288931" cy="3439321"/>
            <a:chOff x="5656746" y="820557"/>
            <a:chExt cx="4120055" cy="4308449"/>
          </a:xfrm>
        </p:grpSpPr>
        <p:pic>
          <p:nvPicPr>
            <p:cNvPr id="12" name="Graphic 11">
              <a:extLst>
                <a:ext uri="{FF2B5EF4-FFF2-40B4-BE49-F238E27FC236}">
                  <a16:creationId xmlns:a16="http://schemas.microsoft.com/office/drawing/2014/main" id="{A480DA77-F71B-5298-1353-A41A3B4DA8E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53287" y="820557"/>
              <a:ext cx="3926972" cy="4308449"/>
            </a:xfrm>
            <a:prstGeom prst="rect">
              <a:avLst/>
            </a:prstGeom>
          </p:spPr>
        </p:pic>
        <p:pic>
          <p:nvPicPr>
            <p:cNvPr id="13" name="Graphic 12">
              <a:extLst>
                <a:ext uri="{FF2B5EF4-FFF2-40B4-BE49-F238E27FC236}">
                  <a16:creationId xmlns:a16="http://schemas.microsoft.com/office/drawing/2014/main" id="{90839BC8-89BD-1554-5D44-CDDBE6CA9F3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6746" y="914755"/>
              <a:ext cx="4120055" cy="4120055"/>
            </a:xfrm>
            <a:prstGeom prst="rect">
              <a:avLst/>
            </a:prstGeom>
          </p:spPr>
        </p:pic>
      </p:grpSp>
      <p:sp>
        <p:nvSpPr>
          <p:cNvPr id="14" name="Rectangle 13">
            <a:extLst>
              <a:ext uri="{FF2B5EF4-FFF2-40B4-BE49-F238E27FC236}">
                <a16:creationId xmlns:a16="http://schemas.microsoft.com/office/drawing/2014/main" id="{21216545-2BDC-F9A0-F675-174EDC926153}"/>
              </a:ext>
              <a:ext uri="{C183D7F6-B498-43B3-948B-1728B52AA6E4}">
                <adec:decorative xmlns:adec="http://schemas.microsoft.com/office/drawing/2017/decorative" val="1"/>
              </a:ext>
            </a:extLst>
          </p:cNvPr>
          <p:cNvSpPr/>
          <p:nvPr userDrawn="1"/>
        </p:nvSpPr>
        <p:spPr>
          <a:xfrm>
            <a:off x="745336" y="1602"/>
            <a:ext cx="300530"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568970B-8B94-3775-274C-FB844115E429}"/>
              </a:ext>
              <a:ext uri="{C183D7F6-B498-43B3-948B-1728B52AA6E4}">
                <adec:decorative xmlns:adec="http://schemas.microsoft.com/office/drawing/2017/decorative" val="1"/>
              </a:ext>
            </a:extLst>
          </p:cNvPr>
          <p:cNvSpPr/>
          <p:nvPr userDrawn="1"/>
        </p:nvSpPr>
        <p:spPr>
          <a:xfrm>
            <a:off x="492942" y="0"/>
            <a:ext cx="94077"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D5972257-517A-A49E-FA85-ED69B1A60FFB}"/>
              </a:ext>
              <a:ext uri="{C183D7F6-B498-43B3-948B-1728B52AA6E4}">
                <adec:decorative xmlns:adec="http://schemas.microsoft.com/office/drawing/2017/decorative" val="1"/>
              </a:ext>
            </a:extLst>
          </p:cNvPr>
          <p:cNvSpPr/>
          <p:nvPr userDrawn="1"/>
        </p:nvSpPr>
        <p:spPr>
          <a:xfrm>
            <a:off x="11068288" y="0"/>
            <a:ext cx="45720" cy="6858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C3291BC4-F154-0A1C-BD50-D90F45B2E440}"/>
              </a:ext>
              <a:ext uri="{C183D7F6-B498-43B3-948B-1728B52AA6E4}">
                <adec:decorative xmlns:adec="http://schemas.microsoft.com/office/drawing/2017/decorative"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381000"/>
            <a:ext cx="11430000" cy="1325563"/>
          </a:xfrm>
        </p:spPr>
        <p:txBody>
          <a:bodyPr/>
          <a:lstStyle>
            <a:lvl1pPr algn="ctr">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00852" y="1825625"/>
            <a:ext cx="4247067" cy="4351338"/>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AEE0070D-0874-F1CC-4E29-6938F5F6349B}"/>
              </a:ext>
            </a:extLst>
          </p:cNvPr>
          <p:cNvSpPr>
            <a:spLocks noGrp="1"/>
          </p:cNvSpPr>
          <p:nvPr>
            <p:ph idx="10" hasCustomPrompt="1"/>
          </p:nvPr>
        </p:nvSpPr>
        <p:spPr>
          <a:xfrm>
            <a:off x="6434851" y="1825625"/>
            <a:ext cx="4247067" cy="4351338"/>
          </a:xfrm>
        </p:spPr>
        <p:txBody>
          <a:bodyPr>
            <a:normAutofit/>
          </a:bodyPr>
          <a:lstStyle>
            <a:lvl1pPr marL="0" indent="0">
              <a:buNone/>
              <a:defRPr sz="2000" b="1"/>
            </a:lvl1pPr>
            <a:lvl2pPr marL="228600">
              <a:defRPr sz="2000"/>
            </a:lvl2pPr>
            <a:lvl3pPr marL="685800">
              <a:defRPr sz="2000"/>
            </a:lvl3pPr>
            <a:lvl4pPr marL="1143000">
              <a:defRPr sz="2000"/>
            </a:lvl4pPr>
            <a:lvl5pPr marL="1600200">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5394AC65-CD3D-69D7-24FB-C82AA429A96F}"/>
              </a:ext>
            </a:extLst>
          </p:cNvPr>
          <p:cNvSpPr>
            <a:spLocks noGrp="1"/>
          </p:cNvSpPr>
          <p:nvPr>
            <p:ph type="sldNum" sz="quarter" idx="13"/>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498294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wo Column 4">
    <p:bg>
      <p:bgPr>
        <a:solidFill>
          <a:schemeClr val="tx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C4A07D69-1AF2-A193-316E-DD3803E94269}"/>
              </a:ext>
              <a:ext uri="{C183D7F6-B498-43B3-948B-1728B52AA6E4}">
                <adec:decorative xmlns:adec="http://schemas.microsoft.com/office/drawing/2017/decorative" val="1"/>
              </a:ext>
            </a:extLst>
          </p:cNvPr>
          <p:cNvSpPr/>
          <p:nvPr userDrawn="1"/>
        </p:nvSpPr>
        <p:spPr>
          <a:xfrm>
            <a:off x="565206" y="0"/>
            <a:ext cx="2497096"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4E4D2FA-0049-1792-F6B4-D5FE1EE5A78A}"/>
              </a:ext>
              <a:ext uri="{C183D7F6-B498-43B3-948B-1728B52AA6E4}">
                <adec:decorative xmlns:adec="http://schemas.microsoft.com/office/drawing/2017/decorative" val="1"/>
              </a:ext>
            </a:extLst>
          </p:cNvPr>
          <p:cNvSpPr/>
          <p:nvPr userDrawn="1"/>
        </p:nvSpPr>
        <p:spPr>
          <a:xfrm>
            <a:off x="10392348" y="0"/>
            <a:ext cx="300530"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386E6ACF-3879-BE02-100B-2096C22357AB}"/>
              </a:ext>
              <a:ext uri="{C183D7F6-B498-43B3-948B-1728B52AA6E4}">
                <adec:decorative xmlns:adec="http://schemas.microsoft.com/office/drawing/2017/decorative" val="1"/>
              </a:ext>
            </a:extLst>
          </p:cNvPr>
          <p:cNvSpPr/>
          <p:nvPr userDrawn="1"/>
        </p:nvSpPr>
        <p:spPr>
          <a:xfrm>
            <a:off x="764323" y="0"/>
            <a:ext cx="45720" cy="6858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2E74699B-D6F0-303E-200A-7017E1842F99}"/>
              </a:ext>
              <a:ext uri="{C183D7F6-B498-43B3-948B-1728B52AA6E4}">
                <adec:decorative xmlns:adec="http://schemas.microsoft.com/office/drawing/2017/decorative" val="1"/>
              </a:ext>
            </a:extLst>
          </p:cNvPr>
          <p:cNvGrpSpPr/>
          <p:nvPr userDrawn="1"/>
        </p:nvGrpSpPr>
        <p:grpSpPr>
          <a:xfrm>
            <a:off x="7506739" y="2603777"/>
            <a:ext cx="4120055" cy="4308449"/>
            <a:chOff x="5656746" y="820557"/>
            <a:chExt cx="4120055" cy="4308449"/>
          </a:xfrm>
        </p:grpSpPr>
        <p:pic>
          <p:nvPicPr>
            <p:cNvPr id="7" name="Graphic 6">
              <a:extLst>
                <a:ext uri="{FF2B5EF4-FFF2-40B4-BE49-F238E27FC236}">
                  <a16:creationId xmlns:a16="http://schemas.microsoft.com/office/drawing/2014/main" id="{9C9E38E0-92AE-5063-B259-A22230AA6A2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53287" y="820557"/>
              <a:ext cx="3926972" cy="4308449"/>
            </a:xfrm>
            <a:prstGeom prst="rect">
              <a:avLst/>
            </a:prstGeom>
          </p:spPr>
        </p:pic>
        <p:pic>
          <p:nvPicPr>
            <p:cNvPr id="11" name="Graphic 10">
              <a:extLst>
                <a:ext uri="{FF2B5EF4-FFF2-40B4-BE49-F238E27FC236}">
                  <a16:creationId xmlns:a16="http://schemas.microsoft.com/office/drawing/2014/main" id="{7260EEF0-1C13-AD9A-0967-0460B979EAD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56746" y="914755"/>
              <a:ext cx="4120055" cy="4120055"/>
            </a:xfrm>
            <a:prstGeom prst="rect">
              <a:avLst/>
            </a:prstGeom>
          </p:spPr>
        </p:pic>
      </p:grpSp>
      <p:sp>
        <p:nvSpPr>
          <p:cNvPr id="9" name="Rectangle 8">
            <a:extLst>
              <a:ext uri="{FF2B5EF4-FFF2-40B4-BE49-F238E27FC236}">
                <a16:creationId xmlns:a16="http://schemas.microsoft.com/office/drawing/2014/main" id="{C3291BC4-F154-0A1C-BD50-D90F45B2E440}"/>
              </a:ext>
              <a:ext uri="{C183D7F6-B498-43B3-948B-1728B52AA6E4}">
                <adec:decorative xmlns:adec="http://schemas.microsoft.com/office/drawing/2017/decorative" val="1"/>
              </a:ext>
            </a:extLst>
          </p:cNvPr>
          <p:cNvSpPr/>
          <p:nvPr userDrawn="1"/>
        </p:nvSpPr>
        <p:spPr>
          <a:xfrm>
            <a:off x="304800" y="273843"/>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1000" y="381000"/>
            <a:ext cx="11430000" cy="1325563"/>
          </a:xfrm>
        </p:spPr>
        <p:txBody>
          <a:bodyPr/>
          <a:lstStyle>
            <a:lvl1pPr algn="ctr">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00852" y="1825625"/>
            <a:ext cx="4678975" cy="4517302"/>
          </a:xfrm>
        </p:spPr>
        <p:txBody>
          <a:bodyPr>
            <a:normAutofit/>
          </a:bodyPr>
          <a:lstStyle>
            <a:lvl1pPr>
              <a:spcAft>
                <a:spcPts val="800"/>
              </a:spcAft>
              <a:defRPr sz="2000"/>
            </a:lvl1pPr>
            <a:lvl2pPr>
              <a:spcAft>
                <a:spcPts val="800"/>
              </a:spcAft>
              <a:defRPr sz="1800"/>
            </a:lvl2pPr>
            <a:lvl3pPr>
              <a:spcAft>
                <a:spcPts val="800"/>
              </a:spcAft>
              <a:defRPr sz="1600"/>
            </a:lvl3pPr>
            <a:lvl4pPr>
              <a:spcAft>
                <a:spcPts val="800"/>
              </a:spcAft>
              <a:defRPr sz="1400"/>
            </a:lvl4pPr>
            <a:lvl5pPr>
              <a:spcAft>
                <a:spcPts val="80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38FE848A-1123-37B6-C43C-5DC49EE0A1D8}"/>
              </a:ext>
            </a:extLst>
          </p:cNvPr>
          <p:cNvSpPr>
            <a:spLocks noGrp="1"/>
          </p:cNvSpPr>
          <p:nvPr>
            <p:ph idx="11" hasCustomPrompt="1"/>
          </p:nvPr>
        </p:nvSpPr>
        <p:spPr>
          <a:xfrm>
            <a:off x="6412173" y="1825625"/>
            <a:ext cx="4678975" cy="4517302"/>
          </a:xfrm>
        </p:spPr>
        <p:txBody>
          <a:bodyPr>
            <a:normAutofit/>
          </a:bodyPr>
          <a:lstStyle>
            <a:lvl1pPr>
              <a:spcAft>
                <a:spcPts val="800"/>
              </a:spcAft>
              <a:defRPr sz="2000"/>
            </a:lvl1pPr>
            <a:lvl2pPr>
              <a:spcAft>
                <a:spcPts val="800"/>
              </a:spcAft>
              <a:defRPr sz="1800"/>
            </a:lvl2pPr>
            <a:lvl3pPr>
              <a:spcAft>
                <a:spcPts val="800"/>
              </a:spcAft>
              <a:defRPr sz="1600"/>
            </a:lvl3pPr>
            <a:lvl4pPr>
              <a:spcAft>
                <a:spcPts val="800"/>
              </a:spcAft>
              <a:defRPr sz="1400"/>
            </a:lvl4pPr>
            <a:lvl5pPr>
              <a:spcAft>
                <a:spcPts val="80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lide Number Placeholder 11">
            <a:extLst>
              <a:ext uri="{FF2B5EF4-FFF2-40B4-BE49-F238E27FC236}">
                <a16:creationId xmlns:a16="http://schemas.microsoft.com/office/drawing/2014/main" id="{0FB0C591-7E28-3722-4795-07BFB9ED09CF}"/>
              </a:ext>
            </a:extLst>
          </p:cNvPr>
          <p:cNvSpPr>
            <a:spLocks noGrp="1"/>
          </p:cNvSpPr>
          <p:nvPr>
            <p:ph type="sldNum" sz="quarter" idx="14"/>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0139193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5" name="Freeform 5">
            <a:extLst>
              <a:ext uri="{FF2B5EF4-FFF2-40B4-BE49-F238E27FC236}">
                <a16:creationId xmlns:a16="http://schemas.microsoft.com/office/drawing/2014/main" id="{050290D7-ABD3-D880-F002-A497290AC094}"/>
              </a:ext>
              <a:ext uri="{C183D7F6-B498-43B3-948B-1728B52AA6E4}">
                <adec:decorative xmlns:adec="http://schemas.microsoft.com/office/drawing/2017/decorative" val="1"/>
              </a:ext>
            </a:extLst>
          </p:cNvPr>
          <p:cNvSpPr/>
          <p:nvPr userDrawn="1"/>
        </p:nvSpPr>
        <p:spPr>
          <a:xfrm>
            <a:off x="-3245" y="-3248"/>
            <a:ext cx="12192000" cy="6858000"/>
          </a:xfrm>
          <a:custGeom>
            <a:avLst/>
            <a:gdLst>
              <a:gd name="connsiteX0" fmla="*/ 0 w 12192000"/>
              <a:gd name="connsiteY0" fmla="*/ 0 h 6858000"/>
              <a:gd name="connsiteX1" fmla="*/ 918140 w 12192000"/>
              <a:gd name="connsiteY1" fmla="*/ 0 h 6858000"/>
              <a:gd name="connsiteX2" fmla="*/ 918140 w 12192000"/>
              <a:gd name="connsiteY2" fmla="*/ 1010539 h 6858000"/>
              <a:gd name="connsiteX3" fmla="*/ 1195741 w 12192000"/>
              <a:gd name="connsiteY3" fmla="*/ 1288140 h 6858000"/>
              <a:gd name="connsiteX4" fmla="*/ 6043842 w 12192000"/>
              <a:gd name="connsiteY4" fmla="*/ 1288140 h 6858000"/>
              <a:gd name="connsiteX5" fmla="*/ 6321443 w 12192000"/>
              <a:gd name="connsiteY5" fmla="*/ 1010539 h 6858000"/>
              <a:gd name="connsiteX6" fmla="*/ 6321443 w 12192000"/>
              <a:gd name="connsiteY6" fmla="*/ 0 h 6858000"/>
              <a:gd name="connsiteX7" fmla="*/ 12192000 w 12192000"/>
              <a:gd name="connsiteY7" fmla="*/ 0 h 6858000"/>
              <a:gd name="connsiteX8" fmla="*/ 12192000 w 12192000"/>
              <a:gd name="connsiteY8" fmla="*/ 6858000 h 6858000"/>
              <a:gd name="connsiteX9" fmla="*/ 6283982 w 12192000"/>
              <a:gd name="connsiteY9" fmla="*/ 6858000 h 6858000"/>
              <a:gd name="connsiteX10" fmla="*/ 6283982 w 12192000"/>
              <a:gd name="connsiteY10" fmla="*/ 6429590 h 6858000"/>
              <a:gd name="connsiteX11" fmla="*/ 6058926 w 12192000"/>
              <a:gd name="connsiteY11" fmla="*/ 6204534 h 6858000"/>
              <a:gd name="connsiteX12" fmla="*/ 1105735 w 12192000"/>
              <a:gd name="connsiteY12" fmla="*/ 6204534 h 6858000"/>
              <a:gd name="connsiteX13" fmla="*/ 880679 w 12192000"/>
              <a:gd name="connsiteY13" fmla="*/ 6429590 h 6858000"/>
              <a:gd name="connsiteX14" fmla="*/ 880679 w 12192000"/>
              <a:gd name="connsiteY14" fmla="*/ 6858000 h 6858000"/>
              <a:gd name="connsiteX15" fmla="*/ 0 w 12192000"/>
              <a:gd name="connsiteY15" fmla="*/ 6858000 h 6858000"/>
              <a:gd name="connsiteX16" fmla="*/ 0 w 12192000"/>
              <a:gd name="connsiteY16" fmla="*/ 0 h 6858000"/>
              <a:gd name="connsiteX17" fmla="*/ 1138655 w 12192000"/>
              <a:gd name="connsiteY17" fmla="*/ 1746908 h 6858000"/>
              <a:gd name="connsiteX18" fmla="*/ 913599 w 12192000"/>
              <a:gd name="connsiteY18" fmla="*/ 1971964 h 6858000"/>
              <a:gd name="connsiteX19" fmla="*/ 913599 w 12192000"/>
              <a:gd name="connsiteY19" fmla="*/ 5520711 h 6858000"/>
              <a:gd name="connsiteX20" fmla="*/ 1138655 w 12192000"/>
              <a:gd name="connsiteY20" fmla="*/ 5745767 h 6858000"/>
              <a:gd name="connsiteX21" fmla="*/ 6091846 w 12192000"/>
              <a:gd name="connsiteY21" fmla="*/ 5745767 h 6858000"/>
              <a:gd name="connsiteX22" fmla="*/ 6316902 w 12192000"/>
              <a:gd name="connsiteY22" fmla="*/ 5520711 h 6858000"/>
              <a:gd name="connsiteX23" fmla="*/ 6316902 w 12192000"/>
              <a:gd name="connsiteY23" fmla="*/ 1971964 h 6858000"/>
              <a:gd name="connsiteX24" fmla="*/ 6091846 w 12192000"/>
              <a:gd name="connsiteY24" fmla="*/ 1746908 h 6858000"/>
              <a:gd name="connsiteX25" fmla="*/ 1138655 w 12192000"/>
              <a:gd name="connsiteY25" fmla="*/ 17469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192000" h="6858000">
                <a:moveTo>
                  <a:pt x="0" y="0"/>
                </a:moveTo>
                <a:lnTo>
                  <a:pt x="918140" y="0"/>
                </a:lnTo>
                <a:lnTo>
                  <a:pt x="918140" y="1010539"/>
                </a:lnTo>
                <a:cubicBezTo>
                  <a:pt x="918140" y="1163854"/>
                  <a:pt x="1042426" y="1288140"/>
                  <a:pt x="1195741" y="1288140"/>
                </a:cubicBezTo>
                <a:lnTo>
                  <a:pt x="6043842" y="1288140"/>
                </a:lnTo>
                <a:cubicBezTo>
                  <a:pt x="6197157" y="1288140"/>
                  <a:pt x="6321443" y="1163854"/>
                  <a:pt x="6321443" y="1010539"/>
                </a:cubicBezTo>
                <a:lnTo>
                  <a:pt x="6321443" y="0"/>
                </a:lnTo>
                <a:lnTo>
                  <a:pt x="12192000" y="0"/>
                </a:lnTo>
                <a:lnTo>
                  <a:pt x="12192000" y="6858000"/>
                </a:lnTo>
                <a:lnTo>
                  <a:pt x="6283982" y="6858000"/>
                </a:lnTo>
                <a:lnTo>
                  <a:pt x="6283982" y="6429590"/>
                </a:lnTo>
                <a:cubicBezTo>
                  <a:pt x="6283982" y="6305295"/>
                  <a:pt x="6183221" y="6204534"/>
                  <a:pt x="6058926" y="6204534"/>
                </a:cubicBezTo>
                <a:lnTo>
                  <a:pt x="1105735" y="6204534"/>
                </a:lnTo>
                <a:cubicBezTo>
                  <a:pt x="981440" y="6204534"/>
                  <a:pt x="880679" y="6305295"/>
                  <a:pt x="880679" y="6429590"/>
                </a:cubicBezTo>
                <a:lnTo>
                  <a:pt x="880679" y="6858000"/>
                </a:lnTo>
                <a:lnTo>
                  <a:pt x="0" y="6858000"/>
                </a:lnTo>
                <a:lnTo>
                  <a:pt x="0" y="0"/>
                </a:lnTo>
                <a:close/>
                <a:moveTo>
                  <a:pt x="1138655" y="1746908"/>
                </a:moveTo>
                <a:cubicBezTo>
                  <a:pt x="1014360" y="1746908"/>
                  <a:pt x="913599" y="1847669"/>
                  <a:pt x="913599" y="1971964"/>
                </a:cubicBezTo>
                <a:lnTo>
                  <a:pt x="913599" y="5520711"/>
                </a:lnTo>
                <a:cubicBezTo>
                  <a:pt x="913599" y="5645006"/>
                  <a:pt x="1014360" y="5745767"/>
                  <a:pt x="1138655" y="5745767"/>
                </a:cubicBezTo>
                <a:lnTo>
                  <a:pt x="6091846" y="5745767"/>
                </a:lnTo>
                <a:cubicBezTo>
                  <a:pt x="6216141" y="5745767"/>
                  <a:pt x="6316902" y="5645006"/>
                  <a:pt x="6316902" y="5520711"/>
                </a:cubicBezTo>
                <a:lnTo>
                  <a:pt x="6316902" y="1971964"/>
                </a:lnTo>
                <a:cubicBezTo>
                  <a:pt x="6316902" y="1847669"/>
                  <a:pt x="6216141" y="1746908"/>
                  <a:pt x="6091846" y="1746908"/>
                </a:cubicBezTo>
                <a:lnTo>
                  <a:pt x="1138655" y="17469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Rectangle 5">
            <a:extLst>
              <a:ext uri="{FF2B5EF4-FFF2-40B4-BE49-F238E27FC236}">
                <a16:creationId xmlns:a16="http://schemas.microsoft.com/office/drawing/2014/main" id="{05312039-7E28-974D-ED1C-90F1E53E9C97}"/>
              </a:ext>
              <a:ext uri="{C183D7F6-B498-43B3-948B-1728B52AA6E4}">
                <adec:decorative xmlns:adec="http://schemas.microsoft.com/office/drawing/2017/decorative" val="1"/>
              </a:ext>
            </a:extLst>
          </p:cNvPr>
          <p:cNvSpPr/>
          <p:nvPr userDrawn="1"/>
        </p:nvSpPr>
        <p:spPr>
          <a:xfrm>
            <a:off x="11301493" y="0"/>
            <a:ext cx="109162" cy="68580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94C39822-D546-CAF5-43A0-84756C8C7B6B}"/>
              </a:ext>
              <a:ext uri="{C183D7F6-B498-43B3-948B-1728B52AA6E4}">
                <adec:decorative xmlns:adec="http://schemas.microsoft.com/office/drawing/2017/decorative" val="1"/>
              </a:ext>
            </a:extLst>
          </p:cNvPr>
          <p:cNvSpPr/>
          <p:nvPr userDrawn="1"/>
        </p:nvSpPr>
        <p:spPr>
          <a:xfrm>
            <a:off x="10761785" y="0"/>
            <a:ext cx="272051" cy="6858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BFAD7832-54F8-F683-7C5A-71ABBBD6D13E}"/>
              </a:ext>
              <a:ext uri="{C183D7F6-B498-43B3-948B-1728B52AA6E4}">
                <adec:decorative xmlns:adec="http://schemas.microsoft.com/office/drawing/2017/decorative" val="1"/>
              </a:ext>
            </a:extLst>
          </p:cNvPr>
          <p:cNvSpPr/>
          <p:nvPr userDrawn="1"/>
        </p:nvSpPr>
        <p:spPr>
          <a:xfrm>
            <a:off x="301555" y="270595"/>
            <a:ext cx="11571890" cy="6310314"/>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7020675" y="382344"/>
            <a:ext cx="4377767" cy="2719337"/>
          </a:xfrm>
        </p:spPr>
        <p:txBody>
          <a:bodyPr anchor="b">
            <a:normAutofit/>
          </a:bodyPr>
          <a:lstStyle>
            <a:lvl1pPr algn="l">
              <a:defRPr sz="4400" b="1" spc="0" baseline="0"/>
            </a:lvl1pPr>
          </a:lstStyle>
          <a:p>
            <a:r>
              <a:rPr lang="en-US" dirty="0"/>
              <a:t>Click to add title</a:t>
            </a:r>
          </a:p>
        </p:txBody>
      </p:sp>
      <p:sp>
        <p:nvSpPr>
          <p:cNvPr id="19" name="Picture Placeholder 10">
            <a:extLst>
              <a:ext uri="{FF2B5EF4-FFF2-40B4-BE49-F238E27FC236}">
                <a16:creationId xmlns:a16="http://schemas.microsoft.com/office/drawing/2014/main" id="{8ABFB379-CB29-0D42-1349-53B7325212E7}"/>
              </a:ext>
            </a:extLst>
          </p:cNvPr>
          <p:cNvSpPr>
            <a:spLocks noGrp="1"/>
          </p:cNvSpPr>
          <p:nvPr>
            <p:ph type="pic" sz="quarter" idx="10" hasCustomPrompt="1"/>
          </p:nvPr>
        </p:nvSpPr>
        <p:spPr>
          <a:xfrm>
            <a:off x="911745" y="1751759"/>
            <a:ext cx="5394960" cy="3997325"/>
          </a:xfrm>
          <a:prstGeom prst="roundRect">
            <a:avLst>
              <a:gd name="adj" fmla="val 5229"/>
            </a:avLst>
          </a:prstGeom>
        </p:spPr>
        <p:txBody>
          <a:bodyPr/>
          <a:lstStyle>
            <a:lvl1pPr marL="0" indent="0" algn="ctr">
              <a:buNone/>
              <a:defRPr/>
            </a:lvl1pPr>
          </a:lstStyle>
          <a:p>
            <a:r>
              <a:rPr lang="en-US" dirty="0"/>
              <a:t>Click icon to add picture </a:t>
            </a:r>
          </a:p>
        </p:txBody>
      </p:sp>
      <p:sp>
        <p:nvSpPr>
          <p:cNvPr id="43" name="Content Placeholder 42">
            <a:extLst>
              <a:ext uri="{FF2B5EF4-FFF2-40B4-BE49-F238E27FC236}">
                <a16:creationId xmlns:a16="http://schemas.microsoft.com/office/drawing/2014/main" id="{6EE87FA3-5409-C076-826E-A5685EB21E22}"/>
              </a:ext>
            </a:extLst>
          </p:cNvPr>
          <p:cNvSpPr>
            <a:spLocks noGrp="1"/>
          </p:cNvSpPr>
          <p:nvPr>
            <p:ph sz="quarter" idx="11" hasCustomPrompt="1"/>
          </p:nvPr>
        </p:nvSpPr>
        <p:spPr>
          <a:xfrm>
            <a:off x="7029992" y="3340800"/>
            <a:ext cx="4368450" cy="3166331"/>
          </a:xfrm>
        </p:spPr>
        <p:txBody>
          <a:bodyPr>
            <a:normAutofit/>
          </a:bodyPr>
          <a:lstStyle>
            <a:lvl1pPr marL="0" indent="0">
              <a:lnSpc>
                <a:spcPct val="90000"/>
              </a:lnSpc>
              <a:spcBef>
                <a:spcPts val="1000"/>
              </a:spcBef>
              <a:buFont typeface="Arial" panose="020B0604020202020204" pitchFamily="34" charset="0"/>
              <a:buNone/>
              <a:defRPr sz="2000"/>
            </a:lvl1pPr>
            <a:lvl2pPr marL="571500" indent="0">
              <a:lnSpc>
                <a:spcPct val="90000"/>
              </a:lnSpc>
              <a:spcBef>
                <a:spcPts val="1000"/>
              </a:spcBef>
              <a:buFont typeface="Arial" panose="020B0604020202020204" pitchFamily="34" charset="0"/>
              <a:buNone/>
              <a:defRPr sz="1800"/>
            </a:lvl2pPr>
            <a:lvl3pPr marL="971550" indent="0">
              <a:lnSpc>
                <a:spcPct val="90000"/>
              </a:lnSpc>
              <a:spcBef>
                <a:spcPts val="1000"/>
              </a:spcBef>
              <a:buFont typeface="Arial" panose="020B0604020202020204" pitchFamily="34" charset="0"/>
              <a:buNone/>
              <a:defRPr sz="1600"/>
            </a:lvl3pPr>
            <a:lvl4pPr marL="1428750" indent="0">
              <a:lnSpc>
                <a:spcPct val="90000"/>
              </a:lnSpc>
              <a:spcBef>
                <a:spcPts val="1000"/>
              </a:spcBef>
              <a:buFont typeface="Arial" panose="020B0604020202020204" pitchFamily="34" charset="0"/>
              <a:buNone/>
              <a:defRPr sz="1400"/>
            </a:lvl4pPr>
            <a:lvl5pPr marL="1885950" indent="0">
              <a:lnSpc>
                <a:spcPct val="90000"/>
              </a:lnSpc>
              <a:spcBef>
                <a:spcPts val="1000"/>
              </a:spcBef>
              <a:buFont typeface="Arial" panose="020B0604020202020204" pitchFamily="34" charset="0"/>
              <a:buNone/>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81524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294A09A9-5501-47C1-A89A-A340965A2BE2}" type="slidenum">
              <a:rPr lang="en-US" smtClean="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3805653"/>
      </p:ext>
    </p:extLst>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 id="2147483829" r:id="rId12"/>
    <p:sldLayoutId id="2147483830" r:id="rId13"/>
    <p:sldLayoutId id="2147483831" r:id="rId14"/>
    <p:sldLayoutId id="2147483832" r:id="rId15"/>
    <p:sldLayoutId id="2147483833" r:id="rId16"/>
    <p:sldLayoutId id="2147483836" r:id="rId17"/>
    <p:sldLayoutId id="2147483840" r:id="rId18"/>
    <p:sldLayoutId id="2147483841" r:id="rId19"/>
  </p:sldLayoutIdLst>
  <p:hf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lumMod val="90000"/>
            <a:lumOff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p:txBody>
          <a:bodyPr anchor="b">
            <a:normAutofit/>
          </a:bodyPr>
          <a:lstStyle/>
          <a:p>
            <a:r>
              <a:rPr lang="en-US" dirty="0"/>
              <a:t>Movie Club Data</a:t>
            </a:r>
          </a:p>
        </p:txBody>
      </p:sp>
      <p:pic>
        <p:nvPicPr>
          <p:cNvPr id="10" name="Picture Placeholder 9" descr="A theater with a red curtain with Paramount Theatre in the background&#10;&#10;Description automatically generated">
            <a:extLst>
              <a:ext uri="{FF2B5EF4-FFF2-40B4-BE49-F238E27FC236}">
                <a16:creationId xmlns:a16="http://schemas.microsoft.com/office/drawing/2014/main" id="{00A5E4F6-1493-F9D4-FFC2-23A08D93AF44}"/>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763" b="763"/>
          <a:stretch>
            <a:fillRect/>
          </a:stretch>
        </p:blipFill>
        <p:spPr/>
      </p:pic>
    </p:spTree>
    <p:extLst>
      <p:ext uri="{BB962C8B-B14F-4D97-AF65-F5344CB8AC3E}">
        <p14:creationId xmlns:p14="http://schemas.microsoft.com/office/powerpoint/2010/main" val="418666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A4A7895-3FBB-9134-6284-4A5950F5B493}"/>
              </a:ext>
            </a:extLst>
          </p:cNvPr>
          <p:cNvSpPr>
            <a:spLocks noGrp="1"/>
          </p:cNvSpPr>
          <p:nvPr>
            <p:ph type="ctrTitle"/>
          </p:nvPr>
        </p:nvSpPr>
        <p:spPr/>
        <p:txBody>
          <a:bodyPr/>
          <a:lstStyle/>
          <a:p>
            <a:r>
              <a:rPr lang="en-US" dirty="0"/>
              <a:t>Agenda</a:t>
            </a:r>
          </a:p>
        </p:txBody>
      </p:sp>
      <p:sp>
        <p:nvSpPr>
          <p:cNvPr id="9" name="Content Placeholder 8">
            <a:extLst>
              <a:ext uri="{FF2B5EF4-FFF2-40B4-BE49-F238E27FC236}">
                <a16:creationId xmlns:a16="http://schemas.microsoft.com/office/drawing/2014/main" id="{49F04B66-5C68-5FD6-773C-3016CF0ACCE4}"/>
              </a:ext>
            </a:extLst>
          </p:cNvPr>
          <p:cNvSpPr>
            <a:spLocks noGrp="1"/>
          </p:cNvSpPr>
          <p:nvPr>
            <p:ph sz="quarter" idx="11"/>
          </p:nvPr>
        </p:nvSpPr>
        <p:spPr/>
        <p:txBody>
          <a:bodyPr/>
          <a:lstStyle/>
          <a:p>
            <a:r>
              <a:rPr lang="en-US" dirty="0"/>
              <a:t>Introduction</a:t>
            </a:r>
          </a:p>
          <a:p>
            <a:r>
              <a:rPr lang="en-US" dirty="0"/>
              <a:t>Club Rules</a:t>
            </a:r>
          </a:p>
          <a:p>
            <a:r>
              <a:rPr lang="en-US" dirty="0"/>
              <a:t>Project Overview</a:t>
            </a:r>
          </a:p>
          <a:p>
            <a:r>
              <a:rPr lang="en-US" dirty="0"/>
              <a:t>Our Data</a:t>
            </a:r>
          </a:p>
          <a:p>
            <a:r>
              <a:rPr lang="en-US" dirty="0"/>
              <a:t>Summary</a:t>
            </a:r>
          </a:p>
          <a:p>
            <a:r>
              <a:rPr lang="en-US" dirty="0"/>
              <a:t>My Thanks</a:t>
            </a:r>
          </a:p>
          <a:p>
            <a:endParaRPr lang="en-US" dirty="0"/>
          </a:p>
        </p:txBody>
      </p:sp>
      <p:sp>
        <p:nvSpPr>
          <p:cNvPr id="17" name="Slide Number Placeholder 16">
            <a:extLst>
              <a:ext uri="{FF2B5EF4-FFF2-40B4-BE49-F238E27FC236}">
                <a16:creationId xmlns:a16="http://schemas.microsoft.com/office/drawing/2014/main" id="{E1F36102-91E3-B5B6-05D2-563D2642C9AC}"/>
              </a:ext>
            </a:extLst>
          </p:cNvPr>
          <p:cNvSpPr>
            <a:spLocks noGrp="1"/>
          </p:cNvSpPr>
          <p:nvPr>
            <p:ph type="sldNum" sz="quarter" idx="14"/>
          </p:nvPr>
        </p:nvSpPr>
        <p:spPr/>
        <p:txBody>
          <a:bodyPr/>
          <a:lstStyle/>
          <a:p>
            <a:fld id="{294A09A9-5501-47C1-A89A-A340965A2BE2}" type="slidenum">
              <a:rPr lang="en-US" smtClean="0"/>
              <a:pPr/>
              <a:t>2</a:t>
            </a:fld>
            <a:endParaRPr lang="en-US" dirty="0"/>
          </a:p>
        </p:txBody>
      </p:sp>
      <p:pic>
        <p:nvPicPr>
          <p:cNvPr id="5" name="Picture Placeholder 4" descr="A bowl of popcorn on top of popcorn&#10;&#10;Description automatically generated">
            <a:extLst>
              <a:ext uri="{FF2B5EF4-FFF2-40B4-BE49-F238E27FC236}">
                <a16:creationId xmlns:a16="http://schemas.microsoft.com/office/drawing/2014/main" id="{116DC47C-6498-28CA-A4F0-E96541DB19B4}"/>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12035" r="12035"/>
          <a:stretch>
            <a:fillRect/>
          </a:stretch>
        </p:blipFill>
        <p:spPr/>
      </p:pic>
    </p:spTree>
    <p:extLst>
      <p:ext uri="{BB962C8B-B14F-4D97-AF65-F5344CB8AC3E}">
        <p14:creationId xmlns:p14="http://schemas.microsoft.com/office/powerpoint/2010/main" val="2403403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7AF5A1F-B233-C75A-B7DC-066E53119DA2}"/>
              </a:ext>
            </a:extLst>
          </p:cNvPr>
          <p:cNvSpPr>
            <a:spLocks noGrp="1"/>
          </p:cNvSpPr>
          <p:nvPr>
            <p:ph type="ctrTitle"/>
          </p:nvPr>
        </p:nvSpPr>
        <p:spPr/>
        <p:txBody>
          <a:bodyPr/>
          <a:lstStyle/>
          <a:p>
            <a:r>
              <a:rPr lang="en-US" dirty="0"/>
              <a:t>Movie Club Society </a:t>
            </a:r>
          </a:p>
        </p:txBody>
      </p:sp>
      <p:sp>
        <p:nvSpPr>
          <p:cNvPr id="8" name="Content Placeholder 7">
            <a:extLst>
              <a:ext uri="{FF2B5EF4-FFF2-40B4-BE49-F238E27FC236}">
                <a16:creationId xmlns:a16="http://schemas.microsoft.com/office/drawing/2014/main" id="{309B322C-92BF-3972-EB9C-80C69BC2D96C}"/>
              </a:ext>
            </a:extLst>
          </p:cNvPr>
          <p:cNvSpPr>
            <a:spLocks noGrp="1"/>
          </p:cNvSpPr>
          <p:nvPr>
            <p:ph sz="quarter" idx="11"/>
          </p:nvPr>
        </p:nvSpPr>
        <p:spPr/>
        <p:txBody>
          <a:bodyPr/>
          <a:lstStyle/>
          <a:p>
            <a:r>
              <a:rPr lang="en-US" dirty="0"/>
              <a:t>We are three guys who love to watch movies. Once a week we pick a movie, watch a movie, and then talk and rate said movie. Lights, Camera, Action!</a:t>
            </a:r>
          </a:p>
        </p:txBody>
      </p:sp>
      <p:sp>
        <p:nvSpPr>
          <p:cNvPr id="7" name="Slide Number Placeholder 6">
            <a:extLst>
              <a:ext uri="{FF2B5EF4-FFF2-40B4-BE49-F238E27FC236}">
                <a16:creationId xmlns:a16="http://schemas.microsoft.com/office/drawing/2014/main" id="{62D0F67C-5190-34BB-E17A-17334527211D}"/>
              </a:ext>
            </a:extLst>
          </p:cNvPr>
          <p:cNvSpPr>
            <a:spLocks noGrp="1"/>
          </p:cNvSpPr>
          <p:nvPr>
            <p:ph type="sldNum" sz="quarter" idx="14"/>
          </p:nvPr>
        </p:nvSpPr>
        <p:spPr/>
        <p:txBody>
          <a:bodyPr/>
          <a:lstStyle/>
          <a:p>
            <a:fld id="{294A09A9-5501-47C1-A89A-A340965A2BE2}" type="slidenum">
              <a:rPr lang="en-US" smtClean="0"/>
              <a:pPr/>
              <a:t>3</a:t>
            </a:fld>
            <a:endParaRPr lang="en-US" dirty="0"/>
          </a:p>
        </p:txBody>
      </p:sp>
      <p:pic>
        <p:nvPicPr>
          <p:cNvPr id="9" name="Picture Placeholder 8" descr="A person with his mouth open&#10;&#10;Description automatically generated">
            <a:extLst>
              <a:ext uri="{FF2B5EF4-FFF2-40B4-BE49-F238E27FC236}">
                <a16:creationId xmlns:a16="http://schemas.microsoft.com/office/drawing/2014/main" id="{AA211FC4-CCD8-444C-C964-658FA1982FB1}"/>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5684" r="5684"/>
          <a:stretch>
            <a:fillRect/>
          </a:stretch>
        </p:blipFill>
        <p:spPr/>
      </p:pic>
    </p:spTree>
    <p:extLst>
      <p:ext uri="{BB962C8B-B14F-4D97-AF65-F5344CB8AC3E}">
        <p14:creationId xmlns:p14="http://schemas.microsoft.com/office/powerpoint/2010/main" val="3306624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739A0-AB25-231D-F1BE-533B41CCCDE0}"/>
              </a:ext>
            </a:extLst>
          </p:cNvPr>
          <p:cNvSpPr>
            <a:spLocks noGrp="1"/>
          </p:cNvSpPr>
          <p:nvPr>
            <p:ph type="ctrTitle"/>
          </p:nvPr>
        </p:nvSpPr>
        <p:spPr>
          <a:xfrm>
            <a:off x="1251857" y="750316"/>
            <a:ext cx="10515257" cy="599513"/>
          </a:xfrm>
        </p:spPr>
        <p:txBody>
          <a:bodyPr>
            <a:normAutofit fontScale="90000"/>
          </a:bodyPr>
          <a:lstStyle/>
          <a:p>
            <a:r>
              <a:rPr lang="en-US" dirty="0"/>
              <a:t>Our Rules:</a:t>
            </a:r>
          </a:p>
        </p:txBody>
      </p:sp>
      <p:sp>
        <p:nvSpPr>
          <p:cNvPr id="3" name="Content Placeholder 2">
            <a:extLst>
              <a:ext uri="{FF2B5EF4-FFF2-40B4-BE49-F238E27FC236}">
                <a16:creationId xmlns:a16="http://schemas.microsoft.com/office/drawing/2014/main" id="{1D64B449-06A6-DA15-9625-E5279E21ED22}"/>
              </a:ext>
            </a:extLst>
          </p:cNvPr>
          <p:cNvSpPr>
            <a:spLocks noGrp="1"/>
          </p:cNvSpPr>
          <p:nvPr>
            <p:ph sz="quarter" idx="10"/>
          </p:nvPr>
        </p:nvSpPr>
        <p:spPr>
          <a:xfrm>
            <a:off x="1404257" y="1458686"/>
            <a:ext cx="9662296" cy="5051695"/>
          </a:xfrm>
        </p:spPr>
        <p:txBody>
          <a:bodyPr>
            <a:normAutofit/>
          </a:bodyPr>
          <a:lstStyle/>
          <a:p>
            <a:r>
              <a:rPr lang="en-US" dirty="0"/>
              <a:t> - Movies cannot be longer than 2 hours and 15 minutes.</a:t>
            </a:r>
          </a:p>
          <a:p>
            <a:r>
              <a:rPr lang="en-US" dirty="0"/>
              <a:t>- Movies must be in English; we love foreign films, but sometimes we have other responsibilities and cannot read a whole movie.</a:t>
            </a:r>
          </a:p>
          <a:p>
            <a:r>
              <a:rPr lang="en-US" dirty="0"/>
              <a:t>- If it is the month of October, you must pick a horror film.</a:t>
            </a:r>
          </a:p>
          <a:p>
            <a:r>
              <a:rPr lang="en-US" dirty="0"/>
              <a:t>- If it is the month of December, you must pick a Christmas movie.</a:t>
            </a:r>
          </a:p>
          <a:p>
            <a:r>
              <a:rPr lang="en-US" dirty="0"/>
              <a:t>- If it is the month of your birthday, then you get to pick a bonus movie that can be any length of time, and the Club has the whole month to watch it.</a:t>
            </a:r>
          </a:p>
          <a:p>
            <a:r>
              <a:rPr lang="en-US" dirty="0"/>
              <a:t>- Even if you have seen the movie before you must watch it during that week period.</a:t>
            </a:r>
          </a:p>
          <a:p>
            <a:r>
              <a:rPr lang="en-US" dirty="0"/>
              <a:t>- You may never pick the all-girl Ghostbusters remake</a:t>
            </a:r>
          </a:p>
          <a:p>
            <a:endParaRPr lang="en-US" dirty="0"/>
          </a:p>
        </p:txBody>
      </p:sp>
      <p:sp>
        <p:nvSpPr>
          <p:cNvPr id="4" name="Slide Number Placeholder 3">
            <a:extLst>
              <a:ext uri="{FF2B5EF4-FFF2-40B4-BE49-F238E27FC236}">
                <a16:creationId xmlns:a16="http://schemas.microsoft.com/office/drawing/2014/main" id="{B0A62A93-B05D-F902-E82F-647AA5B8957A}"/>
              </a:ext>
            </a:extLst>
          </p:cNvPr>
          <p:cNvSpPr>
            <a:spLocks noGrp="1"/>
          </p:cNvSpPr>
          <p:nvPr>
            <p:ph type="sldNum" sz="quarter" idx="13"/>
          </p:nvPr>
        </p:nvSpPr>
        <p:spPr/>
        <p:txBody>
          <a:bodyPr/>
          <a:lstStyle/>
          <a:p>
            <a:fld id="{294A09A9-5501-47C1-A89A-A340965A2BE2}" type="slidenum">
              <a:rPr lang="en-US" smtClean="0"/>
              <a:pPr/>
              <a:t>4</a:t>
            </a:fld>
            <a:endParaRPr lang="en-US" dirty="0"/>
          </a:p>
        </p:txBody>
      </p:sp>
    </p:spTree>
    <p:extLst>
      <p:ext uri="{BB962C8B-B14F-4D97-AF65-F5344CB8AC3E}">
        <p14:creationId xmlns:p14="http://schemas.microsoft.com/office/powerpoint/2010/main" val="4055295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AFF48-132C-6DAA-622E-E58AF3A8D4B4}"/>
              </a:ext>
            </a:extLst>
          </p:cNvPr>
          <p:cNvSpPr>
            <a:spLocks noGrp="1"/>
          </p:cNvSpPr>
          <p:nvPr>
            <p:ph type="ctrTitle"/>
          </p:nvPr>
        </p:nvSpPr>
        <p:spPr>
          <a:xfrm>
            <a:off x="1518746" y="507244"/>
            <a:ext cx="6525798" cy="973213"/>
          </a:xfrm>
        </p:spPr>
        <p:txBody>
          <a:bodyPr/>
          <a:lstStyle/>
          <a:p>
            <a:r>
              <a:rPr lang="en-US" dirty="0"/>
              <a:t>Project overview</a:t>
            </a:r>
          </a:p>
        </p:txBody>
      </p:sp>
      <p:sp>
        <p:nvSpPr>
          <p:cNvPr id="3" name="Subtitle 2">
            <a:extLst>
              <a:ext uri="{FF2B5EF4-FFF2-40B4-BE49-F238E27FC236}">
                <a16:creationId xmlns:a16="http://schemas.microsoft.com/office/drawing/2014/main" id="{8A7C2841-47C6-02F9-83CF-508A0ADF02EB}"/>
              </a:ext>
            </a:extLst>
          </p:cNvPr>
          <p:cNvSpPr>
            <a:spLocks noGrp="1"/>
          </p:cNvSpPr>
          <p:nvPr>
            <p:ph type="subTitle" idx="1"/>
          </p:nvPr>
        </p:nvSpPr>
        <p:spPr>
          <a:xfrm>
            <a:off x="4942114" y="1480457"/>
            <a:ext cx="4697186" cy="4391824"/>
          </a:xfrm>
        </p:spPr>
        <p:txBody>
          <a:bodyPr>
            <a:noAutofit/>
          </a:bodyPr>
          <a:lstStyle/>
          <a:p>
            <a:r>
              <a:rPr lang="en-US" sz="3200" dirty="0"/>
              <a:t>For the past three years Movie Club Society has been collecting data of our ratings and general information about the movies we pick. This project is a fun way for us to use this data to see some of our statistics.</a:t>
            </a:r>
          </a:p>
        </p:txBody>
      </p:sp>
      <p:sp>
        <p:nvSpPr>
          <p:cNvPr id="4" name="Slide Number Placeholder 3">
            <a:extLst>
              <a:ext uri="{FF2B5EF4-FFF2-40B4-BE49-F238E27FC236}">
                <a16:creationId xmlns:a16="http://schemas.microsoft.com/office/drawing/2014/main" id="{9A5C4D93-CBC8-E70B-5147-AEC324F70254}"/>
              </a:ext>
            </a:extLst>
          </p:cNvPr>
          <p:cNvSpPr>
            <a:spLocks noGrp="1"/>
          </p:cNvSpPr>
          <p:nvPr>
            <p:ph type="sldNum" sz="quarter" idx="12"/>
          </p:nvPr>
        </p:nvSpPr>
        <p:spPr/>
        <p:txBody>
          <a:bodyPr/>
          <a:lstStyle/>
          <a:p>
            <a:fld id="{294A09A9-5501-47C1-A89A-A340965A2BE2}" type="slidenum">
              <a:rPr lang="en-US" smtClean="0"/>
              <a:pPr/>
              <a:t>5</a:t>
            </a:fld>
            <a:endParaRPr lang="en-US" dirty="0"/>
          </a:p>
        </p:txBody>
      </p:sp>
    </p:spTree>
    <p:extLst>
      <p:ext uri="{BB962C8B-B14F-4D97-AF65-F5344CB8AC3E}">
        <p14:creationId xmlns:p14="http://schemas.microsoft.com/office/powerpoint/2010/main" val="3979446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6E6599B-92EE-DA04-9056-C282E455D7DA}"/>
              </a:ext>
            </a:extLst>
          </p:cNvPr>
          <p:cNvSpPr>
            <a:spLocks noGrp="1"/>
          </p:cNvSpPr>
          <p:nvPr>
            <p:ph type="title"/>
          </p:nvPr>
        </p:nvSpPr>
        <p:spPr>
          <a:xfrm>
            <a:off x="381000" y="381000"/>
            <a:ext cx="11430000" cy="555171"/>
          </a:xfrm>
        </p:spPr>
        <p:txBody>
          <a:bodyPr>
            <a:normAutofit fontScale="90000"/>
          </a:bodyPr>
          <a:lstStyle/>
          <a:p>
            <a:r>
              <a:rPr lang="en-US" dirty="0"/>
              <a:t>Figure 1</a:t>
            </a:r>
          </a:p>
        </p:txBody>
      </p:sp>
      <p:sp>
        <p:nvSpPr>
          <p:cNvPr id="2" name="Slide Number Placeholder 1">
            <a:extLst>
              <a:ext uri="{FF2B5EF4-FFF2-40B4-BE49-F238E27FC236}">
                <a16:creationId xmlns:a16="http://schemas.microsoft.com/office/drawing/2014/main" id="{55232BDC-58BE-5669-7C02-6227C42B53A9}"/>
              </a:ext>
            </a:extLst>
          </p:cNvPr>
          <p:cNvSpPr>
            <a:spLocks noGrp="1"/>
          </p:cNvSpPr>
          <p:nvPr>
            <p:ph type="sldNum" sz="quarter" idx="13"/>
          </p:nvPr>
        </p:nvSpPr>
        <p:spPr/>
        <p:txBody>
          <a:bodyPr/>
          <a:lstStyle/>
          <a:p>
            <a:fld id="{294A09A9-5501-47C1-A89A-A340965A2BE2}" type="slidenum">
              <a:rPr lang="en-US" smtClean="0"/>
              <a:pPr/>
              <a:t>6</a:t>
            </a:fld>
            <a:endParaRPr lang="en-US" dirty="0"/>
          </a:p>
        </p:txBody>
      </p:sp>
      <p:pic>
        <p:nvPicPr>
          <p:cNvPr id="11" name="Picture 10" descr="A graph of a bar graph&#10;&#10;Description automatically generated with medium confidence">
            <a:extLst>
              <a:ext uri="{FF2B5EF4-FFF2-40B4-BE49-F238E27FC236}">
                <a16:creationId xmlns:a16="http://schemas.microsoft.com/office/drawing/2014/main" id="{FC8DD5DC-BB96-10D6-A4B0-2D22B6256F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014" y="936171"/>
            <a:ext cx="11527971" cy="5262390"/>
          </a:xfrm>
          <a:prstGeom prst="rect">
            <a:avLst/>
          </a:prstGeom>
        </p:spPr>
      </p:pic>
    </p:spTree>
    <p:extLst>
      <p:ext uri="{BB962C8B-B14F-4D97-AF65-F5344CB8AC3E}">
        <p14:creationId xmlns:p14="http://schemas.microsoft.com/office/powerpoint/2010/main" val="3769614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739A0-AB25-231D-F1BE-533B41CCCDE0}"/>
              </a:ext>
            </a:extLst>
          </p:cNvPr>
          <p:cNvSpPr>
            <a:spLocks noGrp="1"/>
          </p:cNvSpPr>
          <p:nvPr>
            <p:ph type="ctrTitle"/>
          </p:nvPr>
        </p:nvSpPr>
        <p:spPr>
          <a:xfrm>
            <a:off x="1251857" y="750316"/>
            <a:ext cx="10515257" cy="599513"/>
          </a:xfrm>
        </p:spPr>
        <p:txBody>
          <a:bodyPr>
            <a:normAutofit fontScale="90000"/>
          </a:bodyPr>
          <a:lstStyle/>
          <a:p>
            <a:r>
              <a:rPr lang="en-US" dirty="0"/>
              <a:t>Figure 1 Above shows how often our picks get what ratings. If you notice Jim is the only one to have picked a movie that averaged out to a 10.</a:t>
            </a:r>
          </a:p>
        </p:txBody>
      </p:sp>
      <p:sp>
        <p:nvSpPr>
          <p:cNvPr id="4" name="Slide Number Placeholder 3">
            <a:extLst>
              <a:ext uri="{FF2B5EF4-FFF2-40B4-BE49-F238E27FC236}">
                <a16:creationId xmlns:a16="http://schemas.microsoft.com/office/drawing/2014/main" id="{B0A62A93-B05D-F902-E82F-647AA5B8957A}"/>
              </a:ext>
            </a:extLst>
          </p:cNvPr>
          <p:cNvSpPr>
            <a:spLocks noGrp="1"/>
          </p:cNvSpPr>
          <p:nvPr>
            <p:ph type="sldNum" sz="quarter" idx="13"/>
          </p:nvPr>
        </p:nvSpPr>
        <p:spPr/>
        <p:txBody>
          <a:bodyPr/>
          <a:lstStyle/>
          <a:p>
            <a:fld id="{294A09A9-5501-47C1-A89A-A340965A2BE2}" type="slidenum">
              <a:rPr lang="en-US" smtClean="0"/>
              <a:pPr/>
              <a:t>7</a:t>
            </a:fld>
            <a:endParaRPr lang="en-US" dirty="0"/>
          </a:p>
        </p:txBody>
      </p:sp>
      <p:sp>
        <p:nvSpPr>
          <p:cNvPr id="9" name="TextBox 8">
            <a:extLst>
              <a:ext uri="{FF2B5EF4-FFF2-40B4-BE49-F238E27FC236}">
                <a16:creationId xmlns:a16="http://schemas.microsoft.com/office/drawing/2014/main" id="{5B6F2FA7-BA8D-A71D-4799-BC634CC384A3}"/>
              </a:ext>
            </a:extLst>
          </p:cNvPr>
          <p:cNvSpPr txBox="1"/>
          <p:nvPr/>
        </p:nvSpPr>
        <p:spPr>
          <a:xfrm>
            <a:off x="1251857" y="5170714"/>
            <a:ext cx="10363200" cy="1446550"/>
          </a:xfrm>
          <a:prstGeom prst="rect">
            <a:avLst/>
          </a:prstGeom>
          <a:noFill/>
        </p:spPr>
        <p:txBody>
          <a:bodyPr wrap="square" rtlCol="0">
            <a:spAutoFit/>
          </a:bodyPr>
          <a:lstStyle/>
          <a:p>
            <a:r>
              <a:rPr lang="en-US" sz="4400" dirty="0">
                <a:latin typeface="+mj-lt"/>
              </a:rPr>
              <a:t>FIGURE 2 BELOW SHOWS A HEATMAP OF THE FREQUENCY OF OUR PICS. SAME DATA, DIFFERENT FORMAT.</a:t>
            </a:r>
          </a:p>
        </p:txBody>
      </p:sp>
    </p:spTree>
    <p:extLst>
      <p:ext uri="{BB962C8B-B14F-4D97-AF65-F5344CB8AC3E}">
        <p14:creationId xmlns:p14="http://schemas.microsoft.com/office/powerpoint/2010/main" val="1753665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337D425-ACCD-D8C2-7544-51EDA05C8F14}"/>
              </a:ext>
            </a:extLst>
          </p:cNvPr>
          <p:cNvSpPr>
            <a:spLocks noGrp="1"/>
          </p:cNvSpPr>
          <p:nvPr>
            <p:ph type="sldNum" sz="quarter" idx="14"/>
          </p:nvPr>
        </p:nvSpPr>
        <p:spPr/>
        <p:txBody>
          <a:bodyPr/>
          <a:lstStyle/>
          <a:p>
            <a:fld id="{294A09A9-5501-47C1-A89A-A340965A2BE2}" type="slidenum">
              <a:rPr lang="en-US" smtClean="0"/>
              <a:pPr/>
              <a:t>8</a:t>
            </a:fld>
            <a:endParaRPr lang="en-US" dirty="0"/>
          </a:p>
        </p:txBody>
      </p:sp>
      <p:pic>
        <p:nvPicPr>
          <p:cNvPr id="13" name="Picture 12" descr="A chart of blue and yellow squares&#10;&#10;Description automatically generated">
            <a:extLst>
              <a:ext uri="{FF2B5EF4-FFF2-40B4-BE49-F238E27FC236}">
                <a16:creationId xmlns:a16="http://schemas.microsoft.com/office/drawing/2014/main" id="{909AD116-1068-C6B6-DF3B-D952C44007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343" y="903514"/>
            <a:ext cx="11462657" cy="5634209"/>
          </a:xfrm>
          <a:prstGeom prst="rect">
            <a:avLst/>
          </a:prstGeom>
        </p:spPr>
      </p:pic>
      <p:sp>
        <p:nvSpPr>
          <p:cNvPr id="14" name="TextBox 13">
            <a:extLst>
              <a:ext uri="{FF2B5EF4-FFF2-40B4-BE49-F238E27FC236}">
                <a16:creationId xmlns:a16="http://schemas.microsoft.com/office/drawing/2014/main" id="{9A1F5897-E711-B79F-44BE-1AF03C253093}"/>
              </a:ext>
            </a:extLst>
          </p:cNvPr>
          <p:cNvSpPr txBox="1"/>
          <p:nvPr/>
        </p:nvSpPr>
        <p:spPr>
          <a:xfrm flipV="1">
            <a:off x="6096000" y="387295"/>
            <a:ext cx="45719" cy="48134"/>
          </a:xfrm>
          <a:prstGeom prst="rect">
            <a:avLst/>
          </a:prstGeom>
          <a:noFill/>
        </p:spPr>
        <p:txBody>
          <a:bodyPr wrap="square" rtlCol="0">
            <a:spAutoFit/>
          </a:bodyPr>
          <a:lstStyle/>
          <a:p>
            <a:endParaRPr lang="en-US" dirty="0"/>
          </a:p>
        </p:txBody>
      </p:sp>
      <p:sp>
        <p:nvSpPr>
          <p:cNvPr id="15" name="TextBox 14">
            <a:extLst>
              <a:ext uri="{FF2B5EF4-FFF2-40B4-BE49-F238E27FC236}">
                <a16:creationId xmlns:a16="http://schemas.microsoft.com/office/drawing/2014/main" id="{C8737E05-696C-C936-A174-2C43DBC58215}"/>
              </a:ext>
            </a:extLst>
          </p:cNvPr>
          <p:cNvSpPr txBox="1"/>
          <p:nvPr/>
        </p:nvSpPr>
        <p:spPr>
          <a:xfrm flipH="1">
            <a:off x="5497283" y="276735"/>
            <a:ext cx="1554481" cy="543813"/>
          </a:xfrm>
          <a:prstGeom prst="rect">
            <a:avLst/>
          </a:prstGeom>
          <a:noFill/>
        </p:spPr>
        <p:txBody>
          <a:bodyPr wrap="square" rtlCol="0">
            <a:spAutoFit/>
          </a:bodyPr>
          <a:lstStyle/>
          <a:p>
            <a:r>
              <a:rPr lang="en-US" sz="2800" dirty="0">
                <a:latin typeface="+mj-lt"/>
              </a:rPr>
              <a:t>FIGURE 2</a:t>
            </a:r>
          </a:p>
        </p:txBody>
      </p:sp>
    </p:spTree>
    <p:extLst>
      <p:ext uri="{BB962C8B-B14F-4D97-AF65-F5344CB8AC3E}">
        <p14:creationId xmlns:p14="http://schemas.microsoft.com/office/powerpoint/2010/main" val="537472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423DE-2EB9-B431-C277-C669FC59DB67}"/>
              </a:ext>
            </a:extLst>
          </p:cNvPr>
          <p:cNvSpPr>
            <a:spLocks noGrp="1"/>
          </p:cNvSpPr>
          <p:nvPr>
            <p:ph type="ctrTitle"/>
          </p:nvPr>
        </p:nvSpPr>
        <p:spPr>
          <a:xfrm>
            <a:off x="1518745" y="507244"/>
            <a:ext cx="8120555" cy="613985"/>
          </a:xfrm>
        </p:spPr>
        <p:txBody>
          <a:bodyPr>
            <a:normAutofit fontScale="90000"/>
          </a:bodyPr>
          <a:lstStyle/>
          <a:p>
            <a:r>
              <a:rPr lang="en-US" sz="2800" dirty="0"/>
              <a:t>Figure 3 Shows our Pick Data with easy to see outliers</a:t>
            </a:r>
          </a:p>
        </p:txBody>
      </p:sp>
      <p:sp>
        <p:nvSpPr>
          <p:cNvPr id="4" name="Slide Number Placeholder 3">
            <a:extLst>
              <a:ext uri="{FF2B5EF4-FFF2-40B4-BE49-F238E27FC236}">
                <a16:creationId xmlns:a16="http://schemas.microsoft.com/office/drawing/2014/main" id="{D7E1FC65-70A2-7EE0-FC1D-1FACCB01A308}"/>
              </a:ext>
            </a:extLst>
          </p:cNvPr>
          <p:cNvSpPr>
            <a:spLocks noGrp="1"/>
          </p:cNvSpPr>
          <p:nvPr>
            <p:ph type="sldNum" sz="quarter" idx="12"/>
          </p:nvPr>
        </p:nvSpPr>
        <p:spPr/>
        <p:txBody>
          <a:bodyPr/>
          <a:lstStyle/>
          <a:p>
            <a:fld id="{294A09A9-5501-47C1-A89A-A340965A2BE2}" type="slidenum">
              <a:rPr lang="en-US" smtClean="0"/>
              <a:pPr/>
              <a:t>9</a:t>
            </a:fld>
            <a:endParaRPr lang="en-US" dirty="0"/>
          </a:p>
        </p:txBody>
      </p:sp>
      <p:pic>
        <p:nvPicPr>
          <p:cNvPr id="6" name="Picture 5" descr="A chart with different colored squares">
            <a:extLst>
              <a:ext uri="{FF2B5EF4-FFF2-40B4-BE49-F238E27FC236}">
                <a16:creationId xmlns:a16="http://schemas.microsoft.com/office/drawing/2014/main" id="{B651C532-F23A-50A2-AD47-AB5E59D3E3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771" y="1600200"/>
            <a:ext cx="11408229" cy="4626869"/>
          </a:xfrm>
          <a:prstGeom prst="rect">
            <a:avLst/>
          </a:prstGeom>
        </p:spPr>
      </p:pic>
    </p:spTree>
    <p:extLst>
      <p:ext uri="{BB962C8B-B14F-4D97-AF65-F5344CB8AC3E}">
        <p14:creationId xmlns:p14="http://schemas.microsoft.com/office/powerpoint/2010/main" val="2024336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6B021-99B2-3ACB-61A4-243078CF9DFC}"/>
              </a:ext>
            </a:extLst>
          </p:cNvPr>
          <p:cNvSpPr>
            <a:spLocks noGrp="1"/>
          </p:cNvSpPr>
          <p:nvPr>
            <p:ph type="ctrTitle"/>
          </p:nvPr>
        </p:nvSpPr>
        <p:spPr>
          <a:xfrm>
            <a:off x="2209799" y="2155371"/>
            <a:ext cx="8627533" cy="2536372"/>
          </a:xfrm>
        </p:spPr>
        <p:txBody>
          <a:bodyPr>
            <a:normAutofit/>
          </a:bodyPr>
          <a:lstStyle/>
          <a:p>
            <a:r>
              <a:rPr lang="en-US" dirty="0"/>
              <a:t>Figures 4,5,6: These Next three charts show a line chart for our three users (Jim, Jon, Phill) over time.</a:t>
            </a:r>
          </a:p>
        </p:txBody>
      </p:sp>
      <p:sp>
        <p:nvSpPr>
          <p:cNvPr id="4" name="Slide Number Placeholder 3">
            <a:extLst>
              <a:ext uri="{FF2B5EF4-FFF2-40B4-BE49-F238E27FC236}">
                <a16:creationId xmlns:a16="http://schemas.microsoft.com/office/drawing/2014/main" id="{5FEB4CE6-A75F-165E-6CC5-462C5A20FE60}"/>
              </a:ext>
            </a:extLst>
          </p:cNvPr>
          <p:cNvSpPr>
            <a:spLocks noGrp="1"/>
          </p:cNvSpPr>
          <p:nvPr>
            <p:ph type="sldNum" sz="quarter" idx="12"/>
          </p:nvPr>
        </p:nvSpPr>
        <p:spPr/>
        <p:txBody>
          <a:bodyPr/>
          <a:lstStyle/>
          <a:p>
            <a:fld id="{294A09A9-5501-47C1-A89A-A340965A2BE2}" type="slidenum">
              <a:rPr lang="en-US" smtClean="0"/>
              <a:pPr/>
              <a:t>10</a:t>
            </a:fld>
            <a:endParaRPr lang="en-US" dirty="0"/>
          </a:p>
        </p:txBody>
      </p:sp>
    </p:spTree>
    <p:extLst>
      <p:ext uri="{BB962C8B-B14F-4D97-AF65-F5344CB8AC3E}">
        <p14:creationId xmlns:p14="http://schemas.microsoft.com/office/powerpoint/2010/main" val="1394624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989A138-D3B3-B02A-4E0D-E784CD7D7296}"/>
              </a:ext>
            </a:extLst>
          </p:cNvPr>
          <p:cNvSpPr>
            <a:spLocks noGrp="1"/>
          </p:cNvSpPr>
          <p:nvPr>
            <p:ph type="sldNum" sz="quarter" idx="12"/>
          </p:nvPr>
        </p:nvSpPr>
        <p:spPr/>
        <p:txBody>
          <a:bodyPr/>
          <a:lstStyle/>
          <a:p>
            <a:fld id="{294A09A9-5501-47C1-A89A-A340965A2BE2}" type="slidenum">
              <a:rPr lang="en-US" smtClean="0"/>
              <a:pPr/>
              <a:t>11</a:t>
            </a:fld>
            <a:endParaRPr lang="en-US" dirty="0"/>
          </a:p>
        </p:txBody>
      </p:sp>
      <p:pic>
        <p:nvPicPr>
          <p:cNvPr id="6" name="Picture 5" descr="A graph with blue lines&#10;&#10;Description automatically generated">
            <a:extLst>
              <a:ext uri="{FF2B5EF4-FFF2-40B4-BE49-F238E27FC236}">
                <a16:creationId xmlns:a16="http://schemas.microsoft.com/office/drawing/2014/main" id="{42612D99-719C-1EFE-5C08-DCD39A0F02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457" y="630930"/>
            <a:ext cx="11473544" cy="5596139"/>
          </a:xfrm>
          <a:prstGeom prst="rect">
            <a:avLst/>
          </a:prstGeom>
        </p:spPr>
      </p:pic>
    </p:spTree>
    <p:extLst>
      <p:ext uri="{BB962C8B-B14F-4D97-AF65-F5344CB8AC3E}">
        <p14:creationId xmlns:p14="http://schemas.microsoft.com/office/powerpoint/2010/main" val="1055457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7B133B5-755B-8817-A2E9-5826C9A16390}"/>
              </a:ext>
            </a:extLst>
          </p:cNvPr>
          <p:cNvSpPr>
            <a:spLocks noGrp="1"/>
          </p:cNvSpPr>
          <p:nvPr>
            <p:ph type="sldNum" sz="quarter" idx="12"/>
          </p:nvPr>
        </p:nvSpPr>
        <p:spPr/>
        <p:txBody>
          <a:bodyPr/>
          <a:lstStyle/>
          <a:p>
            <a:fld id="{294A09A9-5501-47C1-A89A-A340965A2BE2}" type="slidenum">
              <a:rPr lang="en-US" smtClean="0"/>
              <a:pPr/>
              <a:t>12</a:t>
            </a:fld>
            <a:endParaRPr lang="en-US" dirty="0"/>
          </a:p>
        </p:txBody>
      </p:sp>
      <p:pic>
        <p:nvPicPr>
          <p:cNvPr id="6" name="Picture 5" descr="A green line graph with numbers&#10;&#10;Description automatically generated">
            <a:extLst>
              <a:ext uri="{FF2B5EF4-FFF2-40B4-BE49-F238E27FC236}">
                <a16:creationId xmlns:a16="http://schemas.microsoft.com/office/drawing/2014/main" id="{4C4781E1-F07E-187C-A481-BECF0699F9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29" y="272144"/>
            <a:ext cx="11654257" cy="6198560"/>
          </a:xfrm>
          <a:prstGeom prst="rect">
            <a:avLst/>
          </a:prstGeom>
        </p:spPr>
      </p:pic>
    </p:spTree>
    <p:extLst>
      <p:ext uri="{BB962C8B-B14F-4D97-AF65-F5344CB8AC3E}">
        <p14:creationId xmlns:p14="http://schemas.microsoft.com/office/powerpoint/2010/main" val="2324137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0DCDCF9-6F1D-4C8C-2957-68E878493213}"/>
              </a:ext>
            </a:extLst>
          </p:cNvPr>
          <p:cNvSpPr>
            <a:spLocks noGrp="1"/>
          </p:cNvSpPr>
          <p:nvPr>
            <p:ph type="sldNum" sz="quarter" idx="12"/>
          </p:nvPr>
        </p:nvSpPr>
        <p:spPr/>
        <p:txBody>
          <a:bodyPr/>
          <a:lstStyle/>
          <a:p>
            <a:fld id="{294A09A9-5501-47C1-A89A-A340965A2BE2}" type="slidenum">
              <a:rPr lang="en-US" smtClean="0"/>
              <a:pPr/>
              <a:t>13</a:t>
            </a:fld>
            <a:endParaRPr lang="en-US" dirty="0"/>
          </a:p>
        </p:txBody>
      </p:sp>
      <p:pic>
        <p:nvPicPr>
          <p:cNvPr id="6" name="Picture 5" descr="A graph with purple lines">
            <a:extLst>
              <a:ext uri="{FF2B5EF4-FFF2-40B4-BE49-F238E27FC236}">
                <a16:creationId xmlns:a16="http://schemas.microsoft.com/office/drawing/2014/main" id="{8FB34CA9-CF14-BD92-19B8-844F68A268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457" y="228600"/>
            <a:ext cx="11610714" cy="6379029"/>
          </a:xfrm>
          <a:prstGeom prst="rect">
            <a:avLst/>
          </a:prstGeom>
        </p:spPr>
      </p:pic>
    </p:spTree>
    <p:extLst>
      <p:ext uri="{BB962C8B-B14F-4D97-AF65-F5344CB8AC3E}">
        <p14:creationId xmlns:p14="http://schemas.microsoft.com/office/powerpoint/2010/main" val="3080296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B8454-9542-8009-2CB2-6E57696D2E4C}"/>
              </a:ext>
            </a:extLst>
          </p:cNvPr>
          <p:cNvSpPr>
            <a:spLocks noGrp="1"/>
          </p:cNvSpPr>
          <p:nvPr>
            <p:ph type="ctrTitle"/>
          </p:nvPr>
        </p:nvSpPr>
        <p:spPr>
          <a:xfrm>
            <a:off x="1518746" y="1817913"/>
            <a:ext cx="8800912" cy="2394857"/>
          </a:xfrm>
        </p:spPr>
        <p:txBody>
          <a:bodyPr>
            <a:normAutofit fontScale="90000"/>
          </a:bodyPr>
          <a:lstStyle/>
          <a:p>
            <a:r>
              <a:rPr lang="en-US" dirty="0"/>
              <a:t>Figures 7,8,9: These Next three charts show a comparison to our pick averages and tmdb (The Movie Database)</a:t>
            </a:r>
          </a:p>
        </p:txBody>
      </p:sp>
      <p:sp>
        <p:nvSpPr>
          <p:cNvPr id="4" name="Slide Number Placeholder 3">
            <a:extLst>
              <a:ext uri="{FF2B5EF4-FFF2-40B4-BE49-F238E27FC236}">
                <a16:creationId xmlns:a16="http://schemas.microsoft.com/office/drawing/2014/main" id="{EACA4B9C-5651-9FD0-A66A-29E52F174505}"/>
              </a:ext>
            </a:extLst>
          </p:cNvPr>
          <p:cNvSpPr>
            <a:spLocks noGrp="1"/>
          </p:cNvSpPr>
          <p:nvPr>
            <p:ph type="sldNum" sz="quarter" idx="12"/>
          </p:nvPr>
        </p:nvSpPr>
        <p:spPr/>
        <p:txBody>
          <a:bodyPr/>
          <a:lstStyle/>
          <a:p>
            <a:fld id="{294A09A9-5501-47C1-A89A-A340965A2BE2}" type="slidenum">
              <a:rPr lang="en-US" smtClean="0"/>
              <a:pPr/>
              <a:t>14</a:t>
            </a:fld>
            <a:endParaRPr lang="en-US" dirty="0"/>
          </a:p>
        </p:txBody>
      </p:sp>
    </p:spTree>
    <p:extLst>
      <p:ext uri="{BB962C8B-B14F-4D97-AF65-F5344CB8AC3E}">
        <p14:creationId xmlns:p14="http://schemas.microsoft.com/office/powerpoint/2010/main" val="22151205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5AFE2-F0BD-9804-6227-C2138D9D6D75}"/>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498144AA-D8EE-6C52-E26F-EDDD76A9DE21}"/>
              </a:ext>
            </a:extLst>
          </p:cNvPr>
          <p:cNvSpPr>
            <a:spLocks noGrp="1"/>
          </p:cNvSpPr>
          <p:nvPr>
            <p:ph type="subTitle" idx="1"/>
          </p:nvPr>
        </p:nvSpPr>
        <p:spPr/>
        <p:txBody>
          <a:bodyPr/>
          <a:lstStyle/>
          <a:p>
            <a:endParaRPr lang="en-US"/>
          </a:p>
        </p:txBody>
      </p:sp>
      <p:sp>
        <p:nvSpPr>
          <p:cNvPr id="4" name="Slide Number Placeholder 3">
            <a:extLst>
              <a:ext uri="{FF2B5EF4-FFF2-40B4-BE49-F238E27FC236}">
                <a16:creationId xmlns:a16="http://schemas.microsoft.com/office/drawing/2014/main" id="{D99A6907-F0B6-1B7D-1E9D-F7AA8AFDF538}"/>
              </a:ext>
            </a:extLst>
          </p:cNvPr>
          <p:cNvSpPr>
            <a:spLocks noGrp="1"/>
          </p:cNvSpPr>
          <p:nvPr>
            <p:ph type="sldNum" sz="quarter" idx="12"/>
          </p:nvPr>
        </p:nvSpPr>
        <p:spPr/>
        <p:txBody>
          <a:bodyPr/>
          <a:lstStyle/>
          <a:p>
            <a:fld id="{294A09A9-5501-47C1-A89A-A340965A2BE2}" type="slidenum">
              <a:rPr lang="en-US" smtClean="0"/>
              <a:pPr/>
              <a:t>15</a:t>
            </a:fld>
            <a:endParaRPr lang="en-US" dirty="0"/>
          </a:p>
        </p:txBody>
      </p:sp>
      <p:pic>
        <p:nvPicPr>
          <p:cNvPr id="6" name="Picture 5" descr="A close-up of a graph&#10;&#10;Description automatically generated">
            <a:extLst>
              <a:ext uri="{FF2B5EF4-FFF2-40B4-BE49-F238E27FC236}">
                <a16:creationId xmlns:a16="http://schemas.microsoft.com/office/drawing/2014/main" id="{7CB26294-3691-EBE5-5474-25100A4B77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572" y="228601"/>
            <a:ext cx="11704343" cy="6389914"/>
          </a:xfrm>
          <a:prstGeom prst="rect">
            <a:avLst/>
          </a:prstGeom>
        </p:spPr>
      </p:pic>
    </p:spTree>
    <p:extLst>
      <p:ext uri="{BB962C8B-B14F-4D97-AF65-F5344CB8AC3E}">
        <p14:creationId xmlns:p14="http://schemas.microsoft.com/office/powerpoint/2010/main" val="7450706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D4A153B-2EC3-DA3E-3DE9-874F1A6011DD}"/>
              </a:ext>
            </a:extLst>
          </p:cNvPr>
          <p:cNvSpPr>
            <a:spLocks noGrp="1"/>
          </p:cNvSpPr>
          <p:nvPr>
            <p:ph type="sldNum" sz="quarter" idx="12"/>
          </p:nvPr>
        </p:nvSpPr>
        <p:spPr/>
        <p:txBody>
          <a:bodyPr/>
          <a:lstStyle/>
          <a:p>
            <a:fld id="{294A09A9-5501-47C1-A89A-A340965A2BE2}" type="slidenum">
              <a:rPr lang="en-US" smtClean="0"/>
              <a:pPr/>
              <a:t>16</a:t>
            </a:fld>
            <a:endParaRPr lang="en-US" dirty="0"/>
          </a:p>
        </p:txBody>
      </p:sp>
      <p:pic>
        <p:nvPicPr>
          <p:cNvPr id="6" name="Picture 5" descr="A black and green vertical lines&#10;&#10;Description automatically generated">
            <a:extLst>
              <a:ext uri="{FF2B5EF4-FFF2-40B4-BE49-F238E27FC236}">
                <a16:creationId xmlns:a16="http://schemas.microsoft.com/office/drawing/2014/main" id="{3D90FB11-D3C4-93B4-0DE1-18824E3E51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28" y="272144"/>
            <a:ext cx="11704343" cy="6368142"/>
          </a:xfrm>
          <a:prstGeom prst="rect">
            <a:avLst/>
          </a:prstGeom>
        </p:spPr>
      </p:pic>
    </p:spTree>
    <p:extLst>
      <p:ext uri="{BB962C8B-B14F-4D97-AF65-F5344CB8AC3E}">
        <p14:creationId xmlns:p14="http://schemas.microsoft.com/office/powerpoint/2010/main" val="4202365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889FB6-F0A8-0E67-DC58-2065BF46D505}"/>
              </a:ext>
            </a:extLst>
          </p:cNvPr>
          <p:cNvSpPr>
            <a:spLocks noGrp="1"/>
          </p:cNvSpPr>
          <p:nvPr>
            <p:ph type="sldNum" sz="quarter" idx="12"/>
          </p:nvPr>
        </p:nvSpPr>
        <p:spPr/>
        <p:txBody>
          <a:bodyPr/>
          <a:lstStyle/>
          <a:p>
            <a:fld id="{294A09A9-5501-47C1-A89A-A340965A2BE2}" type="slidenum">
              <a:rPr lang="en-US" smtClean="0"/>
              <a:pPr/>
              <a:t>17</a:t>
            </a:fld>
            <a:endParaRPr lang="en-US" dirty="0"/>
          </a:p>
        </p:txBody>
      </p:sp>
      <p:pic>
        <p:nvPicPr>
          <p:cNvPr id="6" name="Picture 5" descr="A black and purple lines&#10;&#10;Description automatically generated">
            <a:extLst>
              <a:ext uri="{FF2B5EF4-FFF2-40B4-BE49-F238E27FC236}">
                <a16:creationId xmlns:a16="http://schemas.microsoft.com/office/drawing/2014/main" id="{2D521D50-4DAE-93B4-BC73-3419EF0B66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28" y="206829"/>
            <a:ext cx="11704343" cy="6538195"/>
          </a:xfrm>
          <a:prstGeom prst="rect">
            <a:avLst/>
          </a:prstGeom>
        </p:spPr>
      </p:pic>
    </p:spTree>
    <p:extLst>
      <p:ext uri="{BB962C8B-B14F-4D97-AF65-F5344CB8AC3E}">
        <p14:creationId xmlns:p14="http://schemas.microsoft.com/office/powerpoint/2010/main" val="29488887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5A600-4E52-F9BF-715D-A8F04F14BD17}"/>
              </a:ext>
            </a:extLst>
          </p:cNvPr>
          <p:cNvSpPr>
            <a:spLocks noGrp="1"/>
          </p:cNvSpPr>
          <p:nvPr>
            <p:ph type="ctrTitle"/>
          </p:nvPr>
        </p:nvSpPr>
        <p:spPr>
          <a:xfrm>
            <a:off x="816430" y="343959"/>
            <a:ext cx="9851570" cy="418041"/>
          </a:xfrm>
        </p:spPr>
        <p:txBody>
          <a:bodyPr>
            <a:normAutofit fontScale="90000"/>
          </a:bodyPr>
          <a:lstStyle/>
          <a:p>
            <a:r>
              <a:rPr lang="en-US" sz="2800" dirty="0"/>
              <a:t>Figure 10 Show the Frequency of the genres we pick as a club</a:t>
            </a:r>
          </a:p>
        </p:txBody>
      </p:sp>
      <p:sp>
        <p:nvSpPr>
          <p:cNvPr id="4" name="Slide Number Placeholder 3">
            <a:extLst>
              <a:ext uri="{FF2B5EF4-FFF2-40B4-BE49-F238E27FC236}">
                <a16:creationId xmlns:a16="http://schemas.microsoft.com/office/drawing/2014/main" id="{A4DBF41C-026F-1EC2-9E14-3EDDDA33FCC0}"/>
              </a:ext>
            </a:extLst>
          </p:cNvPr>
          <p:cNvSpPr>
            <a:spLocks noGrp="1"/>
          </p:cNvSpPr>
          <p:nvPr>
            <p:ph type="sldNum" sz="quarter" idx="12"/>
          </p:nvPr>
        </p:nvSpPr>
        <p:spPr/>
        <p:txBody>
          <a:bodyPr/>
          <a:lstStyle/>
          <a:p>
            <a:fld id="{294A09A9-5501-47C1-A89A-A340965A2BE2}" type="slidenum">
              <a:rPr lang="en-US" smtClean="0"/>
              <a:pPr/>
              <a:t>18</a:t>
            </a:fld>
            <a:endParaRPr lang="en-US" dirty="0"/>
          </a:p>
        </p:txBody>
      </p:sp>
      <p:pic>
        <p:nvPicPr>
          <p:cNvPr id="6" name="Picture 5" descr="A graph with a bar graph&#10;&#10;Description automatically generated with medium confidence">
            <a:extLst>
              <a:ext uri="{FF2B5EF4-FFF2-40B4-BE49-F238E27FC236}">
                <a16:creationId xmlns:a16="http://schemas.microsoft.com/office/drawing/2014/main" id="{033E5605-0E71-2CDB-C8F4-D040CC9963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029" y="762000"/>
            <a:ext cx="11604172" cy="5856514"/>
          </a:xfrm>
          <a:prstGeom prst="rect">
            <a:avLst/>
          </a:prstGeom>
        </p:spPr>
      </p:pic>
    </p:spTree>
    <p:extLst>
      <p:ext uri="{BB962C8B-B14F-4D97-AF65-F5344CB8AC3E}">
        <p14:creationId xmlns:p14="http://schemas.microsoft.com/office/powerpoint/2010/main" val="34067361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319D2-F90D-9043-0EF3-1F378FD62700}"/>
              </a:ext>
            </a:extLst>
          </p:cNvPr>
          <p:cNvSpPr>
            <a:spLocks noGrp="1"/>
          </p:cNvSpPr>
          <p:nvPr>
            <p:ph type="ctrTitle"/>
          </p:nvPr>
        </p:nvSpPr>
        <p:spPr>
          <a:xfrm>
            <a:off x="870857" y="293914"/>
            <a:ext cx="9791887" cy="598715"/>
          </a:xfrm>
        </p:spPr>
        <p:txBody>
          <a:bodyPr>
            <a:normAutofit fontScale="90000"/>
          </a:bodyPr>
          <a:lstStyle/>
          <a:p>
            <a:r>
              <a:rPr lang="en-US" dirty="0"/>
              <a:t>Figure 11 is Genre By User</a:t>
            </a:r>
          </a:p>
        </p:txBody>
      </p:sp>
      <p:sp>
        <p:nvSpPr>
          <p:cNvPr id="4" name="Slide Number Placeholder 3">
            <a:extLst>
              <a:ext uri="{FF2B5EF4-FFF2-40B4-BE49-F238E27FC236}">
                <a16:creationId xmlns:a16="http://schemas.microsoft.com/office/drawing/2014/main" id="{2971E234-D90C-F910-B3E7-CD4A72E2D478}"/>
              </a:ext>
            </a:extLst>
          </p:cNvPr>
          <p:cNvSpPr>
            <a:spLocks noGrp="1"/>
          </p:cNvSpPr>
          <p:nvPr>
            <p:ph type="sldNum" sz="quarter" idx="12"/>
          </p:nvPr>
        </p:nvSpPr>
        <p:spPr/>
        <p:txBody>
          <a:bodyPr/>
          <a:lstStyle/>
          <a:p>
            <a:fld id="{294A09A9-5501-47C1-A89A-A340965A2BE2}" type="slidenum">
              <a:rPr lang="en-US" smtClean="0"/>
              <a:pPr/>
              <a:t>19</a:t>
            </a:fld>
            <a:endParaRPr lang="en-US" dirty="0"/>
          </a:p>
        </p:txBody>
      </p:sp>
      <p:pic>
        <p:nvPicPr>
          <p:cNvPr id="6" name="Picture 5" descr="A graph of different colored columns&#10;&#10;Description automatically generated">
            <a:extLst>
              <a:ext uri="{FF2B5EF4-FFF2-40B4-BE49-F238E27FC236}">
                <a16:creationId xmlns:a16="http://schemas.microsoft.com/office/drawing/2014/main" id="{77F020C8-E520-D029-A784-6947EA3AAA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772886"/>
            <a:ext cx="11615057" cy="5972138"/>
          </a:xfrm>
          <a:prstGeom prst="rect">
            <a:avLst/>
          </a:prstGeom>
        </p:spPr>
      </p:pic>
    </p:spTree>
    <p:extLst>
      <p:ext uri="{BB962C8B-B14F-4D97-AF65-F5344CB8AC3E}">
        <p14:creationId xmlns:p14="http://schemas.microsoft.com/office/powerpoint/2010/main" val="1060252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3625F-34C9-3CC4-1E84-0D8A4A77B1C6}"/>
              </a:ext>
            </a:extLst>
          </p:cNvPr>
          <p:cNvSpPr>
            <a:spLocks noGrp="1"/>
          </p:cNvSpPr>
          <p:nvPr>
            <p:ph type="ctrTitle"/>
          </p:nvPr>
        </p:nvSpPr>
        <p:spPr>
          <a:xfrm>
            <a:off x="576943" y="370114"/>
            <a:ext cx="9492343" cy="511629"/>
          </a:xfrm>
        </p:spPr>
        <p:txBody>
          <a:bodyPr>
            <a:normAutofit fontScale="90000"/>
          </a:bodyPr>
          <a:lstStyle/>
          <a:p>
            <a:r>
              <a:rPr lang="en-US" sz="3600" dirty="0"/>
              <a:t>Figure 12 is a look at how long our picks were</a:t>
            </a:r>
          </a:p>
        </p:txBody>
      </p:sp>
      <p:sp>
        <p:nvSpPr>
          <p:cNvPr id="4" name="Slide Number Placeholder 3">
            <a:extLst>
              <a:ext uri="{FF2B5EF4-FFF2-40B4-BE49-F238E27FC236}">
                <a16:creationId xmlns:a16="http://schemas.microsoft.com/office/drawing/2014/main" id="{6B95551B-CA4E-B403-5E85-57EB4C628ECB}"/>
              </a:ext>
            </a:extLst>
          </p:cNvPr>
          <p:cNvSpPr>
            <a:spLocks noGrp="1"/>
          </p:cNvSpPr>
          <p:nvPr>
            <p:ph type="sldNum" sz="quarter" idx="12"/>
          </p:nvPr>
        </p:nvSpPr>
        <p:spPr/>
        <p:txBody>
          <a:bodyPr/>
          <a:lstStyle/>
          <a:p>
            <a:fld id="{294A09A9-5501-47C1-A89A-A340965A2BE2}" type="slidenum">
              <a:rPr lang="en-US" smtClean="0"/>
              <a:pPr/>
              <a:t>20</a:t>
            </a:fld>
            <a:endParaRPr lang="en-US" dirty="0"/>
          </a:p>
        </p:txBody>
      </p:sp>
      <p:pic>
        <p:nvPicPr>
          <p:cNvPr id="6" name="Picture 5" descr="A screenshot of a graph&#10;&#10;Description automatically generated">
            <a:extLst>
              <a:ext uri="{FF2B5EF4-FFF2-40B4-BE49-F238E27FC236}">
                <a16:creationId xmlns:a16="http://schemas.microsoft.com/office/drawing/2014/main" id="{312F45BE-36D0-B97F-A3D0-CE1F3B828D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913" y="957942"/>
            <a:ext cx="11593287" cy="5787081"/>
          </a:xfrm>
          <a:prstGeom prst="rect">
            <a:avLst/>
          </a:prstGeom>
        </p:spPr>
      </p:pic>
    </p:spTree>
    <p:extLst>
      <p:ext uri="{BB962C8B-B14F-4D97-AF65-F5344CB8AC3E}">
        <p14:creationId xmlns:p14="http://schemas.microsoft.com/office/powerpoint/2010/main" val="21853296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0E75D-D8EF-0928-8088-42B9D78DADB0}"/>
              </a:ext>
            </a:extLst>
          </p:cNvPr>
          <p:cNvSpPr>
            <a:spLocks noGrp="1"/>
          </p:cNvSpPr>
          <p:nvPr>
            <p:ph type="ctrTitle"/>
          </p:nvPr>
        </p:nvSpPr>
        <p:spPr>
          <a:xfrm>
            <a:off x="587829" y="348344"/>
            <a:ext cx="10074915" cy="637376"/>
          </a:xfrm>
        </p:spPr>
        <p:txBody>
          <a:bodyPr>
            <a:normAutofit/>
          </a:bodyPr>
          <a:lstStyle/>
          <a:p>
            <a:r>
              <a:rPr lang="en-US" sz="3600" dirty="0"/>
              <a:t>Figure 13. How many picks has each user done</a:t>
            </a:r>
          </a:p>
        </p:txBody>
      </p:sp>
      <p:sp>
        <p:nvSpPr>
          <p:cNvPr id="4" name="Slide Number Placeholder 3">
            <a:extLst>
              <a:ext uri="{FF2B5EF4-FFF2-40B4-BE49-F238E27FC236}">
                <a16:creationId xmlns:a16="http://schemas.microsoft.com/office/drawing/2014/main" id="{62D8465D-E70E-94C3-C1B3-F042134386C6}"/>
              </a:ext>
            </a:extLst>
          </p:cNvPr>
          <p:cNvSpPr>
            <a:spLocks noGrp="1"/>
          </p:cNvSpPr>
          <p:nvPr>
            <p:ph type="sldNum" sz="quarter" idx="12"/>
          </p:nvPr>
        </p:nvSpPr>
        <p:spPr/>
        <p:txBody>
          <a:bodyPr/>
          <a:lstStyle/>
          <a:p>
            <a:fld id="{294A09A9-5501-47C1-A89A-A340965A2BE2}" type="slidenum">
              <a:rPr lang="en-US" smtClean="0"/>
              <a:pPr/>
              <a:t>21</a:t>
            </a:fld>
            <a:endParaRPr lang="en-US" dirty="0"/>
          </a:p>
        </p:txBody>
      </p:sp>
      <p:pic>
        <p:nvPicPr>
          <p:cNvPr id="6" name="Picture 5" descr="A graph showing different colored squares&#10;&#10;Description automatically generated">
            <a:extLst>
              <a:ext uri="{FF2B5EF4-FFF2-40B4-BE49-F238E27FC236}">
                <a16:creationId xmlns:a16="http://schemas.microsoft.com/office/drawing/2014/main" id="{9A52500A-2B63-DBA4-C9CC-8D239928BE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1" y="985720"/>
            <a:ext cx="11582400" cy="5759304"/>
          </a:xfrm>
          <a:prstGeom prst="rect">
            <a:avLst/>
          </a:prstGeom>
        </p:spPr>
      </p:pic>
    </p:spTree>
    <p:extLst>
      <p:ext uri="{BB962C8B-B14F-4D97-AF65-F5344CB8AC3E}">
        <p14:creationId xmlns:p14="http://schemas.microsoft.com/office/powerpoint/2010/main" val="12279617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8B8E2-C097-8E39-37CA-01B400589669}"/>
              </a:ext>
            </a:extLst>
          </p:cNvPr>
          <p:cNvSpPr>
            <a:spLocks noGrp="1"/>
          </p:cNvSpPr>
          <p:nvPr>
            <p:ph type="ctrTitle"/>
          </p:nvPr>
        </p:nvSpPr>
        <p:spPr>
          <a:xfrm>
            <a:off x="533401" y="326571"/>
            <a:ext cx="10129344" cy="881744"/>
          </a:xfrm>
        </p:spPr>
        <p:txBody>
          <a:bodyPr/>
          <a:lstStyle/>
          <a:p>
            <a:r>
              <a:rPr lang="en-US" dirty="0"/>
              <a:t>Summary</a:t>
            </a:r>
          </a:p>
        </p:txBody>
      </p:sp>
      <p:sp>
        <p:nvSpPr>
          <p:cNvPr id="3" name="Subtitle 2">
            <a:extLst>
              <a:ext uri="{FF2B5EF4-FFF2-40B4-BE49-F238E27FC236}">
                <a16:creationId xmlns:a16="http://schemas.microsoft.com/office/drawing/2014/main" id="{0CD29462-4A2C-87CB-C345-3CB919966166}"/>
              </a:ext>
            </a:extLst>
          </p:cNvPr>
          <p:cNvSpPr>
            <a:spLocks noGrp="1"/>
          </p:cNvSpPr>
          <p:nvPr>
            <p:ph type="subTitle" idx="1"/>
          </p:nvPr>
        </p:nvSpPr>
        <p:spPr>
          <a:xfrm>
            <a:off x="2699656" y="1817914"/>
            <a:ext cx="6939643" cy="4054367"/>
          </a:xfrm>
        </p:spPr>
        <p:txBody>
          <a:bodyPr>
            <a:normAutofit/>
          </a:bodyPr>
          <a:lstStyle/>
          <a:p>
            <a:r>
              <a:rPr lang="en-US" dirty="0"/>
              <a:t>Wow. That’s a lot of movies! This project has given Movie Club Society quite a bit of an overview on our data. It seems we love Comedy and Horror. It is obvious that Jim picks the best Movies. It looks like Phill Picks long movies, almost a full day longer than Jon.  We seem to hand out a lot of Sevens. Thank you for taking the time to check out Movie Club Society’s movie data. That’s a wrap!</a:t>
            </a:r>
          </a:p>
        </p:txBody>
      </p:sp>
      <p:sp>
        <p:nvSpPr>
          <p:cNvPr id="4" name="Slide Number Placeholder 3">
            <a:extLst>
              <a:ext uri="{FF2B5EF4-FFF2-40B4-BE49-F238E27FC236}">
                <a16:creationId xmlns:a16="http://schemas.microsoft.com/office/drawing/2014/main" id="{1258218D-A771-C5BB-BC2A-9E63C6549E02}"/>
              </a:ext>
            </a:extLst>
          </p:cNvPr>
          <p:cNvSpPr>
            <a:spLocks noGrp="1"/>
          </p:cNvSpPr>
          <p:nvPr>
            <p:ph type="sldNum" sz="quarter" idx="12"/>
          </p:nvPr>
        </p:nvSpPr>
        <p:spPr/>
        <p:txBody>
          <a:bodyPr/>
          <a:lstStyle/>
          <a:p>
            <a:fld id="{294A09A9-5501-47C1-A89A-A340965A2BE2}" type="slidenum">
              <a:rPr lang="en-US" smtClean="0"/>
              <a:pPr/>
              <a:t>22</a:t>
            </a:fld>
            <a:endParaRPr lang="en-US" dirty="0"/>
          </a:p>
        </p:txBody>
      </p:sp>
    </p:spTree>
    <p:extLst>
      <p:ext uri="{BB962C8B-B14F-4D97-AF65-F5344CB8AC3E}">
        <p14:creationId xmlns:p14="http://schemas.microsoft.com/office/powerpoint/2010/main" val="11453470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AAB1C8-4A29-D350-B7C4-3089C13BFB51}"/>
              </a:ext>
            </a:extLst>
          </p:cNvPr>
          <p:cNvSpPr>
            <a:spLocks noGrp="1"/>
          </p:cNvSpPr>
          <p:nvPr>
            <p:ph type="ctrTitle"/>
          </p:nvPr>
        </p:nvSpPr>
        <p:spPr>
          <a:xfrm>
            <a:off x="6564087" y="350869"/>
            <a:ext cx="3744684" cy="1075159"/>
          </a:xfrm>
        </p:spPr>
        <p:txBody>
          <a:bodyPr>
            <a:normAutofit fontScale="90000"/>
          </a:bodyPr>
          <a:lstStyle/>
          <a:p>
            <a:r>
              <a:rPr lang="en-US" dirty="0"/>
              <a:t>Thank you</a:t>
            </a:r>
            <a:br>
              <a:rPr lang="en-US" dirty="0"/>
            </a:br>
            <a:endParaRPr lang="en-US" dirty="0"/>
          </a:p>
        </p:txBody>
      </p:sp>
      <p:sp>
        <p:nvSpPr>
          <p:cNvPr id="3" name="Content Placeholder 2">
            <a:extLst>
              <a:ext uri="{FF2B5EF4-FFF2-40B4-BE49-F238E27FC236}">
                <a16:creationId xmlns:a16="http://schemas.microsoft.com/office/drawing/2014/main" id="{65F8618F-D769-F666-B1AD-B03C82DA1B23}"/>
              </a:ext>
            </a:extLst>
          </p:cNvPr>
          <p:cNvSpPr>
            <a:spLocks noGrp="1"/>
          </p:cNvSpPr>
          <p:nvPr>
            <p:ph sz="quarter" idx="11"/>
          </p:nvPr>
        </p:nvSpPr>
        <p:spPr>
          <a:xfrm>
            <a:off x="6716486" y="5246914"/>
            <a:ext cx="4681956" cy="1260217"/>
          </a:xfrm>
        </p:spPr>
        <p:txBody>
          <a:bodyPr/>
          <a:lstStyle/>
          <a:p>
            <a:r>
              <a:rPr lang="en-US" dirty="0"/>
              <a:t>Jim Bundy</a:t>
            </a:r>
          </a:p>
          <a:p>
            <a:r>
              <a:rPr lang="en-US" dirty="0"/>
              <a:t>jameshbundy@gmail.com</a:t>
            </a:r>
          </a:p>
          <a:p>
            <a:r>
              <a:rPr lang="en-US" dirty="0"/>
              <a:t>gymbundye/github.com</a:t>
            </a:r>
          </a:p>
        </p:txBody>
      </p:sp>
      <p:sp>
        <p:nvSpPr>
          <p:cNvPr id="2" name="TextBox 1">
            <a:extLst>
              <a:ext uri="{FF2B5EF4-FFF2-40B4-BE49-F238E27FC236}">
                <a16:creationId xmlns:a16="http://schemas.microsoft.com/office/drawing/2014/main" id="{D917CBC0-2195-3C39-8FC3-44B410C0B78C}"/>
              </a:ext>
            </a:extLst>
          </p:cNvPr>
          <p:cNvSpPr txBox="1"/>
          <p:nvPr/>
        </p:nvSpPr>
        <p:spPr>
          <a:xfrm>
            <a:off x="6455229" y="2100943"/>
            <a:ext cx="4386942" cy="2031325"/>
          </a:xfrm>
          <a:prstGeom prst="rect">
            <a:avLst/>
          </a:prstGeom>
          <a:noFill/>
        </p:spPr>
        <p:txBody>
          <a:bodyPr wrap="square" rtlCol="0">
            <a:spAutoFit/>
          </a:bodyPr>
          <a:lstStyle/>
          <a:p>
            <a:r>
              <a:rPr lang="en-US" dirty="0"/>
              <a:t>I would like to take this time to thank my instructors at &lt;Code&gt;You. Their knowledge was invaluable. They were very great teachers. Also, a shout out to the &lt;Code&gt;You professional development team for all the help they gave regarding resume instruction and job searching. You guys are the best!</a:t>
            </a:r>
          </a:p>
        </p:txBody>
      </p:sp>
      <p:pic>
        <p:nvPicPr>
          <p:cNvPr id="9" name="Picture Placeholder 8" descr="A red curtain with a spot light&#10;&#10;Description automatically generated">
            <a:extLst>
              <a:ext uri="{FF2B5EF4-FFF2-40B4-BE49-F238E27FC236}">
                <a16:creationId xmlns:a16="http://schemas.microsoft.com/office/drawing/2014/main" id="{677E3781-AEBF-D5F3-5F66-1CB4C3DF5F9A}"/>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1012" r="1012"/>
          <a:stretch>
            <a:fillRect/>
          </a:stretch>
        </p:blipFill>
        <p:spPr/>
      </p:pic>
    </p:spTree>
    <p:extLst>
      <p:ext uri="{BB962C8B-B14F-4D97-AF65-F5344CB8AC3E}">
        <p14:creationId xmlns:p14="http://schemas.microsoft.com/office/powerpoint/2010/main" val="176829385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2DFC609-3144-4451-A09C-1FEABE97DD64}">
  <ds:schemaRefs>
    <ds:schemaRef ds:uri="http://schemas.microsoft.com/sharepoint/v3/contenttype/forms"/>
  </ds:schemaRefs>
</ds:datastoreItem>
</file>

<file path=customXml/itemProps2.xml><?xml version="1.0" encoding="utf-8"?>
<ds:datastoreItem xmlns:ds="http://schemas.openxmlformats.org/officeDocument/2006/customXml" ds:itemID="{2C94F803-78B0-4743-862C-5C0CA596512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BD5B0D0-2713-4A58-8851-7057612DF0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Integral</Template>
  <TotalTime>117</TotalTime>
  <Words>573</Words>
  <Application>Microsoft Office PowerPoint</Application>
  <PresentationFormat>Widescreen</PresentationFormat>
  <Paragraphs>59</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Integral</vt:lpstr>
      <vt:lpstr>Movie Club Data</vt:lpstr>
      <vt:lpstr>Agenda</vt:lpstr>
      <vt:lpstr>Movie Club Society </vt:lpstr>
      <vt:lpstr>Our Rules:</vt:lpstr>
      <vt:lpstr>Project overview</vt:lpstr>
      <vt:lpstr>Figure 1</vt:lpstr>
      <vt:lpstr>Figure 1 Above shows how often our picks get what ratings. If you notice Jim is the only one to have picked a movie that averaged out to a 10.</vt:lpstr>
      <vt:lpstr>PowerPoint Presentation</vt:lpstr>
      <vt:lpstr>Figure 3 Shows our Pick Data with easy to see outliers</vt:lpstr>
      <vt:lpstr>Figures 4,5,6: These Next three charts show a line chart for our three users (Jim, Jon, Phill) over time.</vt:lpstr>
      <vt:lpstr>PowerPoint Presentation</vt:lpstr>
      <vt:lpstr>PowerPoint Presentation</vt:lpstr>
      <vt:lpstr>PowerPoint Presentation</vt:lpstr>
      <vt:lpstr>Figures 7,8,9: These Next three charts show a comparison to our pick averages and tmdb (The Movie Database)</vt:lpstr>
      <vt:lpstr>PowerPoint Presentation</vt:lpstr>
      <vt:lpstr>PowerPoint Presentation</vt:lpstr>
      <vt:lpstr>PowerPoint Presentation</vt:lpstr>
      <vt:lpstr>Figure 10 Show the Frequency of the genres we pick as a club</vt:lpstr>
      <vt:lpstr>Figure 11 is Genre By User</vt:lpstr>
      <vt:lpstr>Figure 12 is a look at how long our picks were</vt:lpstr>
      <vt:lpstr>Figure 13. How many picks has each user done</vt:lpstr>
      <vt:lpstr>Summary</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Brand launch strategy</dc:title>
  <cp:lastModifiedBy>James Bundy</cp:lastModifiedBy>
  <cp:revision>2</cp:revision>
  <dcterms:created xsi:type="dcterms:W3CDTF">2024-01-24T10:28:59Z</dcterms:created>
  <dcterms:modified xsi:type="dcterms:W3CDTF">2024-07-23T03:19:29Z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